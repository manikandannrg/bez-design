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22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jp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jpg"/><Relationship Id="rId17" Type="http://schemas.openxmlformats.org/officeDocument/2006/relationships/image" Target="../media/image17.jpg"/><Relationship Id="rId18" Type="http://schemas.openxmlformats.org/officeDocument/2006/relationships/image" Target="../media/image18.jpg"/><Relationship Id="rId19" Type="http://schemas.openxmlformats.org/officeDocument/2006/relationships/image" Target="../media/image19.png"/><Relationship Id="rId20" Type="http://schemas.openxmlformats.org/officeDocument/2006/relationships/image" Target="../media/image20.jp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jp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jpg"/><Relationship Id="rId33" Type="http://schemas.openxmlformats.org/officeDocument/2006/relationships/image" Target="../media/image33.png"/><Relationship Id="rId34" Type="http://schemas.openxmlformats.org/officeDocument/2006/relationships/image" Target="../media/image34.jpg"/><Relationship Id="rId35" Type="http://schemas.openxmlformats.org/officeDocument/2006/relationships/image" Target="../media/image35.png"/><Relationship Id="rId36" Type="http://schemas.openxmlformats.org/officeDocument/2006/relationships/image" Target="../media/image36.png"/><Relationship Id="rId37" Type="http://schemas.openxmlformats.org/officeDocument/2006/relationships/image" Target="../media/image37.png"/><Relationship Id="rId38" Type="http://schemas.openxmlformats.org/officeDocument/2006/relationships/image" Target="../media/image3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image" Target="../media/image44.jpg"/><Relationship Id="rId7" Type="http://schemas.openxmlformats.org/officeDocument/2006/relationships/image" Target="../media/image45.jpg"/><Relationship Id="rId8" Type="http://schemas.openxmlformats.org/officeDocument/2006/relationships/image" Target="../media/image46.jpg"/><Relationship Id="rId9" Type="http://schemas.openxmlformats.org/officeDocument/2006/relationships/image" Target="../media/image47.jpg"/><Relationship Id="rId10" Type="http://schemas.openxmlformats.org/officeDocument/2006/relationships/image" Target="../media/image48.png"/><Relationship Id="rId11" Type="http://schemas.openxmlformats.org/officeDocument/2006/relationships/image" Target="../media/image49.jp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png"/><Relationship Id="rId19" Type="http://schemas.openxmlformats.org/officeDocument/2006/relationships/image" Target="../media/image57.png"/><Relationship Id="rId20" Type="http://schemas.openxmlformats.org/officeDocument/2006/relationships/image" Target="../media/image58.png"/><Relationship Id="rId21" Type="http://schemas.openxmlformats.org/officeDocument/2006/relationships/image" Target="../media/image59.png"/><Relationship Id="rId22" Type="http://schemas.openxmlformats.org/officeDocument/2006/relationships/image" Target="../media/image60.png"/><Relationship Id="rId23" Type="http://schemas.openxmlformats.org/officeDocument/2006/relationships/image" Target="../media/image61.png"/><Relationship Id="rId24" Type="http://schemas.openxmlformats.org/officeDocument/2006/relationships/image" Target="../media/image62.png"/><Relationship Id="rId25" Type="http://schemas.openxmlformats.org/officeDocument/2006/relationships/image" Target="../media/image63.png"/><Relationship Id="rId26" Type="http://schemas.openxmlformats.org/officeDocument/2006/relationships/image" Target="../media/image64.png"/><Relationship Id="rId27" Type="http://schemas.openxmlformats.org/officeDocument/2006/relationships/image" Target="../media/image65.png"/><Relationship Id="rId28" Type="http://schemas.openxmlformats.org/officeDocument/2006/relationships/image" Target="../media/image66.png"/><Relationship Id="rId29" Type="http://schemas.openxmlformats.org/officeDocument/2006/relationships/image" Target="../media/image67.png"/><Relationship Id="rId30" Type="http://schemas.openxmlformats.org/officeDocument/2006/relationships/image" Target="../media/image68.png"/><Relationship Id="rId31" Type="http://schemas.openxmlformats.org/officeDocument/2006/relationships/image" Target="../media/image69.png"/><Relationship Id="rId32" Type="http://schemas.openxmlformats.org/officeDocument/2006/relationships/image" Target="../media/image70.png"/><Relationship Id="rId33" Type="http://schemas.openxmlformats.org/officeDocument/2006/relationships/image" Target="../media/image71.png"/><Relationship Id="rId34" Type="http://schemas.openxmlformats.org/officeDocument/2006/relationships/image" Target="../media/image72.png"/><Relationship Id="rId35" Type="http://schemas.openxmlformats.org/officeDocument/2006/relationships/image" Target="../media/image73.png"/><Relationship Id="rId36" Type="http://schemas.openxmlformats.org/officeDocument/2006/relationships/image" Target="../media/image74.png"/><Relationship Id="rId37" Type="http://schemas.openxmlformats.org/officeDocument/2006/relationships/image" Target="../media/image75.png"/><Relationship Id="rId38" Type="http://schemas.openxmlformats.org/officeDocument/2006/relationships/image" Target="../media/image76.png"/><Relationship Id="rId39" Type="http://schemas.openxmlformats.org/officeDocument/2006/relationships/image" Target="../media/image77.png"/><Relationship Id="rId40" Type="http://schemas.openxmlformats.org/officeDocument/2006/relationships/image" Target="../media/image78.png"/><Relationship Id="rId41" Type="http://schemas.openxmlformats.org/officeDocument/2006/relationships/image" Target="../media/image79.png"/><Relationship Id="rId42" Type="http://schemas.openxmlformats.org/officeDocument/2006/relationships/image" Target="../media/image8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jp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89.png"/><Relationship Id="rId11" Type="http://schemas.openxmlformats.org/officeDocument/2006/relationships/image" Target="../media/image90.png"/><Relationship Id="rId12" Type="http://schemas.openxmlformats.org/officeDocument/2006/relationships/image" Target="../media/image91.png"/><Relationship Id="rId13" Type="http://schemas.openxmlformats.org/officeDocument/2006/relationships/image" Target="../media/image92.png"/><Relationship Id="rId14" Type="http://schemas.openxmlformats.org/officeDocument/2006/relationships/image" Target="../media/image93.png"/><Relationship Id="rId15" Type="http://schemas.openxmlformats.org/officeDocument/2006/relationships/image" Target="../media/image94.png"/><Relationship Id="rId16" Type="http://schemas.openxmlformats.org/officeDocument/2006/relationships/image" Target="../media/image95.png"/><Relationship Id="rId17" Type="http://schemas.openxmlformats.org/officeDocument/2006/relationships/image" Target="../media/image96.png"/><Relationship Id="rId18" Type="http://schemas.openxmlformats.org/officeDocument/2006/relationships/image" Target="../media/image97.png"/><Relationship Id="rId19" Type="http://schemas.openxmlformats.org/officeDocument/2006/relationships/image" Target="../media/image98.png"/><Relationship Id="rId20" Type="http://schemas.openxmlformats.org/officeDocument/2006/relationships/image" Target="../media/image99.png"/><Relationship Id="rId21" Type="http://schemas.openxmlformats.org/officeDocument/2006/relationships/image" Target="../media/image100.png"/><Relationship Id="rId22" Type="http://schemas.openxmlformats.org/officeDocument/2006/relationships/image" Target="../media/image101.png"/><Relationship Id="rId23" Type="http://schemas.openxmlformats.org/officeDocument/2006/relationships/image" Target="../media/image102.png"/><Relationship Id="rId24" Type="http://schemas.openxmlformats.org/officeDocument/2006/relationships/image" Target="../media/image103.png"/><Relationship Id="rId25" Type="http://schemas.openxmlformats.org/officeDocument/2006/relationships/image" Target="../media/image104.png"/><Relationship Id="rId26" Type="http://schemas.openxmlformats.org/officeDocument/2006/relationships/image" Target="../media/image105.png"/><Relationship Id="rId27" Type="http://schemas.openxmlformats.org/officeDocument/2006/relationships/image" Target="../media/image106.png"/><Relationship Id="rId28" Type="http://schemas.openxmlformats.org/officeDocument/2006/relationships/image" Target="../media/image107.png"/><Relationship Id="rId29" Type="http://schemas.openxmlformats.org/officeDocument/2006/relationships/image" Target="../media/image108.png"/><Relationship Id="rId30" Type="http://schemas.openxmlformats.org/officeDocument/2006/relationships/image" Target="../media/image109.jpg"/><Relationship Id="rId31" Type="http://schemas.openxmlformats.org/officeDocument/2006/relationships/image" Target="../media/image110.png"/><Relationship Id="rId32" Type="http://schemas.openxmlformats.org/officeDocument/2006/relationships/image" Target="../media/image111.png"/><Relationship Id="rId33" Type="http://schemas.openxmlformats.org/officeDocument/2006/relationships/image" Target="../media/image112.png"/><Relationship Id="rId34" Type="http://schemas.openxmlformats.org/officeDocument/2006/relationships/image" Target="../media/image113.png"/><Relationship Id="rId35" Type="http://schemas.openxmlformats.org/officeDocument/2006/relationships/image" Target="../media/image114.png"/><Relationship Id="rId36" Type="http://schemas.openxmlformats.org/officeDocument/2006/relationships/image" Target="../media/image115.png"/><Relationship Id="rId37" Type="http://schemas.openxmlformats.org/officeDocument/2006/relationships/image" Target="../media/image116.png"/><Relationship Id="rId38" Type="http://schemas.openxmlformats.org/officeDocument/2006/relationships/image" Target="../media/image117.png"/><Relationship Id="rId39" Type="http://schemas.openxmlformats.org/officeDocument/2006/relationships/image" Target="../media/image118.png"/><Relationship Id="rId40" Type="http://schemas.openxmlformats.org/officeDocument/2006/relationships/image" Target="../media/image119.png"/><Relationship Id="rId41" Type="http://schemas.openxmlformats.org/officeDocument/2006/relationships/image" Target="../media/image120.png"/><Relationship Id="rId42" Type="http://schemas.openxmlformats.org/officeDocument/2006/relationships/image" Target="../media/image121.jpg"/><Relationship Id="rId43" Type="http://schemas.openxmlformats.org/officeDocument/2006/relationships/image" Target="../media/image122.png"/><Relationship Id="rId44" Type="http://schemas.openxmlformats.org/officeDocument/2006/relationships/image" Target="../media/image123.png"/><Relationship Id="rId45" Type="http://schemas.openxmlformats.org/officeDocument/2006/relationships/image" Target="../media/image124.png"/><Relationship Id="rId46" Type="http://schemas.openxmlformats.org/officeDocument/2006/relationships/image" Target="../media/image125.png"/><Relationship Id="rId47" Type="http://schemas.openxmlformats.org/officeDocument/2006/relationships/image" Target="../media/image126.png"/><Relationship Id="rId48" Type="http://schemas.openxmlformats.org/officeDocument/2006/relationships/image" Target="../media/image127.png"/><Relationship Id="rId49" Type="http://schemas.openxmlformats.org/officeDocument/2006/relationships/image" Target="../media/image128.png"/><Relationship Id="rId50" Type="http://schemas.openxmlformats.org/officeDocument/2006/relationships/image" Target="../media/image129.png"/><Relationship Id="rId51" Type="http://schemas.openxmlformats.org/officeDocument/2006/relationships/image" Target="../media/image130.png"/><Relationship Id="rId52" Type="http://schemas.openxmlformats.org/officeDocument/2006/relationships/image" Target="../media/image131.png"/><Relationship Id="rId53" Type="http://schemas.openxmlformats.org/officeDocument/2006/relationships/image" Target="../media/image132.png"/><Relationship Id="rId54" Type="http://schemas.openxmlformats.org/officeDocument/2006/relationships/image" Target="../media/image133.png"/><Relationship Id="rId55" Type="http://schemas.openxmlformats.org/officeDocument/2006/relationships/image" Target="../media/image134.png"/><Relationship Id="rId56" Type="http://schemas.openxmlformats.org/officeDocument/2006/relationships/image" Target="../media/image135.jpg"/><Relationship Id="rId57" Type="http://schemas.openxmlformats.org/officeDocument/2006/relationships/image" Target="../media/image136.png"/><Relationship Id="rId58" Type="http://schemas.openxmlformats.org/officeDocument/2006/relationships/image" Target="../media/image137.png"/><Relationship Id="rId59" Type="http://schemas.openxmlformats.org/officeDocument/2006/relationships/image" Target="../media/image138.png"/><Relationship Id="rId60" Type="http://schemas.openxmlformats.org/officeDocument/2006/relationships/image" Target="../media/image139.png"/><Relationship Id="rId61" Type="http://schemas.openxmlformats.org/officeDocument/2006/relationships/image" Target="../media/image140.png"/><Relationship Id="rId62" Type="http://schemas.openxmlformats.org/officeDocument/2006/relationships/image" Target="../media/image141.png"/><Relationship Id="rId63" Type="http://schemas.openxmlformats.org/officeDocument/2006/relationships/image" Target="../media/image142.png"/><Relationship Id="rId64" Type="http://schemas.openxmlformats.org/officeDocument/2006/relationships/image" Target="../media/image143.png"/><Relationship Id="rId65" Type="http://schemas.openxmlformats.org/officeDocument/2006/relationships/image" Target="../media/image144.png"/><Relationship Id="rId66" Type="http://schemas.openxmlformats.org/officeDocument/2006/relationships/image" Target="../media/image145.png"/><Relationship Id="rId67" Type="http://schemas.openxmlformats.org/officeDocument/2006/relationships/image" Target="../media/image146.png"/><Relationship Id="rId68" Type="http://schemas.openxmlformats.org/officeDocument/2006/relationships/image" Target="../media/image147.png"/><Relationship Id="rId69" Type="http://schemas.openxmlformats.org/officeDocument/2006/relationships/image" Target="../media/image148.png"/><Relationship Id="rId70" Type="http://schemas.openxmlformats.org/officeDocument/2006/relationships/image" Target="../media/image149.png"/><Relationship Id="rId71" Type="http://schemas.openxmlformats.org/officeDocument/2006/relationships/image" Target="../media/image150.png"/><Relationship Id="rId72" Type="http://schemas.openxmlformats.org/officeDocument/2006/relationships/image" Target="../media/image151.png"/><Relationship Id="rId73" Type="http://schemas.openxmlformats.org/officeDocument/2006/relationships/image" Target="../media/image152.png"/><Relationship Id="rId74" Type="http://schemas.openxmlformats.org/officeDocument/2006/relationships/image" Target="../media/image153.png"/><Relationship Id="rId75" Type="http://schemas.openxmlformats.org/officeDocument/2006/relationships/image" Target="../media/image154.png"/><Relationship Id="rId76" Type="http://schemas.openxmlformats.org/officeDocument/2006/relationships/image" Target="../media/image155.png"/><Relationship Id="rId77" Type="http://schemas.openxmlformats.org/officeDocument/2006/relationships/image" Target="../media/image156.png"/><Relationship Id="rId78" Type="http://schemas.openxmlformats.org/officeDocument/2006/relationships/image" Target="../media/image157.png"/><Relationship Id="rId79" Type="http://schemas.openxmlformats.org/officeDocument/2006/relationships/image" Target="../media/image158.png"/><Relationship Id="rId80" Type="http://schemas.openxmlformats.org/officeDocument/2006/relationships/image" Target="../media/image159.png"/><Relationship Id="rId81" Type="http://schemas.openxmlformats.org/officeDocument/2006/relationships/image" Target="../media/image160.png"/><Relationship Id="rId82" Type="http://schemas.openxmlformats.org/officeDocument/2006/relationships/image" Target="../media/image161.png"/><Relationship Id="rId83" Type="http://schemas.openxmlformats.org/officeDocument/2006/relationships/image" Target="../media/image162.png"/><Relationship Id="rId84" Type="http://schemas.openxmlformats.org/officeDocument/2006/relationships/image" Target="../media/image163.jpg"/><Relationship Id="rId85" Type="http://schemas.openxmlformats.org/officeDocument/2006/relationships/image" Target="../media/image164.png"/><Relationship Id="rId86" Type="http://schemas.openxmlformats.org/officeDocument/2006/relationships/image" Target="../media/image165.png"/><Relationship Id="rId87" Type="http://schemas.openxmlformats.org/officeDocument/2006/relationships/image" Target="../media/image166.png"/><Relationship Id="rId88" Type="http://schemas.openxmlformats.org/officeDocument/2006/relationships/image" Target="../media/image167.png"/><Relationship Id="rId89" Type="http://schemas.openxmlformats.org/officeDocument/2006/relationships/image" Target="../media/image168.png"/><Relationship Id="rId90" Type="http://schemas.openxmlformats.org/officeDocument/2006/relationships/image" Target="../media/image169.png"/><Relationship Id="rId91" Type="http://schemas.openxmlformats.org/officeDocument/2006/relationships/image" Target="../media/image170.png"/><Relationship Id="rId92" Type="http://schemas.openxmlformats.org/officeDocument/2006/relationships/image" Target="../media/image171.png"/><Relationship Id="rId93" Type="http://schemas.openxmlformats.org/officeDocument/2006/relationships/image" Target="../media/image172.png"/><Relationship Id="rId94" Type="http://schemas.openxmlformats.org/officeDocument/2006/relationships/image" Target="../media/image173.jpg"/><Relationship Id="rId95" Type="http://schemas.openxmlformats.org/officeDocument/2006/relationships/image" Target="../media/image174.png"/><Relationship Id="rId96" Type="http://schemas.openxmlformats.org/officeDocument/2006/relationships/image" Target="../media/image175.png"/><Relationship Id="rId97" Type="http://schemas.openxmlformats.org/officeDocument/2006/relationships/image" Target="../media/image176.png"/><Relationship Id="rId98" Type="http://schemas.openxmlformats.org/officeDocument/2006/relationships/image" Target="../media/image177.png"/><Relationship Id="rId99" Type="http://schemas.openxmlformats.org/officeDocument/2006/relationships/image" Target="../media/image178.png"/><Relationship Id="rId100" Type="http://schemas.openxmlformats.org/officeDocument/2006/relationships/image" Target="../media/image17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89" y="4174957"/>
            <a:ext cx="914400" cy="1383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1073" y="4174957"/>
            <a:ext cx="685800" cy="1383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042" y="1540042"/>
            <a:ext cx="2279984" cy="21175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00400" y="1636294"/>
            <a:ext cx="2153652" cy="20333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2968" y="3019926"/>
            <a:ext cx="1136984" cy="1383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12242" y="3019926"/>
            <a:ext cx="848226" cy="1383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43600" y="1822784"/>
            <a:ext cx="571500" cy="4812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60368" y="1624262"/>
            <a:ext cx="727910" cy="60759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189" y="1100889"/>
            <a:ext cx="1540042" cy="15039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02968" y="1124952"/>
            <a:ext cx="1088857" cy="13234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6568" y="162426"/>
            <a:ext cx="667752" cy="60157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42110" y="983582"/>
            <a:ext cx="9102090" cy="15240"/>
          </a:xfrm>
          <a:custGeom>
            <a:avLst/>
            <a:gdLst/>
            <a:ahLst/>
            <a:cxnLst/>
            <a:rect l="l" t="t" r="r" b="b"/>
            <a:pathLst>
              <a:path w="9102090" h="15240">
                <a:moveTo>
                  <a:pt x="9101889" y="15039"/>
                </a:moveTo>
                <a:lnTo>
                  <a:pt x="0" y="15039"/>
                </a:lnTo>
                <a:lnTo>
                  <a:pt x="0" y="0"/>
                </a:lnTo>
                <a:lnTo>
                  <a:pt x="9101889" y="0"/>
                </a:lnTo>
                <a:lnTo>
                  <a:pt x="9101889" y="150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199521" y="732421"/>
            <a:ext cx="472440" cy="0"/>
          </a:xfrm>
          <a:custGeom>
            <a:avLst/>
            <a:gdLst/>
            <a:ahLst/>
            <a:cxnLst/>
            <a:rect l="l" t="t" r="r" b="b"/>
            <a:pathLst>
              <a:path w="472440" h="0">
                <a:moveTo>
                  <a:pt x="0" y="0"/>
                </a:moveTo>
                <a:lnTo>
                  <a:pt x="472239" y="0"/>
                </a:lnTo>
              </a:path>
            </a:pathLst>
          </a:custGeom>
          <a:ln w="15039">
            <a:solidFill>
              <a:srgbClr val="6464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119937" y="866273"/>
            <a:ext cx="24062" cy="14437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69442" y="866273"/>
            <a:ext cx="240631" cy="14437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061157" y="866273"/>
            <a:ext cx="36094" cy="14437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399421" y="866273"/>
            <a:ext cx="372978" cy="14437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871410" y="866273"/>
            <a:ext cx="360947" cy="14437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041231" y="866273"/>
            <a:ext cx="661736" cy="14437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501189" y="866273"/>
            <a:ext cx="156410" cy="14437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791326" y="866273"/>
            <a:ext cx="360947" cy="14437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683042" y="866273"/>
            <a:ext cx="36094" cy="14437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4063" y="866273"/>
            <a:ext cx="24063" cy="14437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669631" y="866273"/>
            <a:ext cx="348915" cy="14437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809373" y="679783"/>
            <a:ext cx="1576137" cy="4812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059278" y="108284"/>
            <a:ext cx="445168" cy="4812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059278" y="679783"/>
            <a:ext cx="288757" cy="48126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883442" y="294773"/>
            <a:ext cx="757989" cy="5414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961648" y="1365583"/>
            <a:ext cx="794084" cy="6617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787189" y="3248526"/>
            <a:ext cx="415089" cy="4211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557210" y="3248526"/>
            <a:ext cx="577515" cy="4812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423484" y="679783"/>
            <a:ext cx="559468" cy="48126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787189" y="3314700"/>
            <a:ext cx="3019926" cy="19250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167562" y="4463715"/>
            <a:ext cx="378994" cy="32485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787189" y="3651584"/>
            <a:ext cx="2917657" cy="192505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787189" y="3922294"/>
            <a:ext cx="1185110" cy="48126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809373" y="108284"/>
            <a:ext cx="282742" cy="48126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988468" y="3841081"/>
            <a:ext cx="565484" cy="60157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059278" y="487278"/>
            <a:ext cx="120315" cy="48126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1027596" y="154740"/>
            <a:ext cx="914400" cy="326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50" spc="-125">
                <a:latin typeface="Arial Black"/>
                <a:cs typeface="Arial Black"/>
              </a:rPr>
              <a:t>BUDDY</a:t>
            </a:r>
            <a:endParaRPr sz="195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65383" y="229771"/>
            <a:ext cx="1289685" cy="46799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265"/>
              </a:spcBef>
              <a:tabLst>
                <a:tab pos="742950" algn="l"/>
              </a:tabLst>
            </a:pPr>
            <a:r>
              <a:rPr dirty="0" sz="600" spc="65">
                <a:solidFill>
                  <a:srgbClr val="111111"/>
                </a:solidFill>
                <a:latin typeface="Cambria"/>
                <a:cs typeface="Cambria"/>
              </a:rPr>
              <a:t>STYLE</a:t>
            </a:r>
            <a:r>
              <a:rPr dirty="0" sz="600" spc="7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45">
                <a:solidFill>
                  <a:srgbClr val="1F1F1F"/>
                </a:solidFill>
                <a:latin typeface="Cambria"/>
                <a:cs typeface="Cambria"/>
              </a:rPr>
              <a:t>MO.</a:t>
            </a:r>
            <a:r>
              <a:rPr dirty="0" sz="600">
                <a:solidFill>
                  <a:srgbClr val="1F1F1F"/>
                </a:solidFill>
                <a:latin typeface="Cambria"/>
                <a:cs typeface="Cambria"/>
              </a:rPr>
              <a:t>	</a:t>
            </a:r>
            <a:r>
              <a:rPr dirty="0" sz="650">
                <a:solidFill>
                  <a:srgbClr val="444444"/>
                </a:solidFill>
                <a:latin typeface="Cambria"/>
                <a:cs typeface="Cambria"/>
              </a:rPr>
              <a:t>B</a:t>
            </a:r>
            <a:r>
              <a:rPr dirty="0" sz="650">
                <a:solidFill>
                  <a:srgbClr val="282828"/>
                </a:solidFill>
                <a:latin typeface="Cambria"/>
                <a:cs typeface="Cambria"/>
              </a:rPr>
              <a:t>E</a:t>
            </a:r>
            <a:r>
              <a:rPr dirty="0" sz="650">
                <a:solidFill>
                  <a:srgbClr val="797979"/>
                </a:solidFill>
                <a:latin typeface="Cambria"/>
                <a:cs typeface="Cambria"/>
              </a:rPr>
              <a:t>Z</a:t>
            </a:r>
            <a:r>
              <a:rPr dirty="0" sz="650" spc="-50">
                <a:solidFill>
                  <a:srgbClr val="797979"/>
                </a:solidFill>
                <a:latin typeface="Cambria"/>
                <a:cs typeface="Cambria"/>
              </a:rPr>
              <a:t> </a:t>
            </a:r>
            <a:r>
              <a:rPr dirty="0" sz="650" spc="-300">
                <a:solidFill>
                  <a:srgbClr val="3B3B3B"/>
                </a:solidFill>
                <a:latin typeface="Cambria"/>
                <a:cs typeface="Cambria"/>
              </a:rPr>
              <a:t>—</a:t>
            </a:r>
            <a:r>
              <a:rPr dirty="0" sz="650" spc="-110">
                <a:solidFill>
                  <a:srgbClr val="3B3B3B"/>
                </a:solidFill>
                <a:latin typeface="Cambria"/>
                <a:cs typeface="Cambria"/>
              </a:rPr>
              <a:t>T</a:t>
            </a:r>
            <a:r>
              <a:rPr dirty="0" sz="650" spc="-110">
                <a:solidFill>
                  <a:srgbClr val="838383"/>
                </a:solidFill>
                <a:latin typeface="Cambria"/>
                <a:cs typeface="Cambria"/>
              </a:rPr>
              <a:t>S</a:t>
            </a:r>
            <a:r>
              <a:rPr dirty="0" sz="650" spc="85">
                <a:solidFill>
                  <a:srgbClr val="838383"/>
                </a:solidFill>
                <a:latin typeface="Cambria"/>
                <a:cs typeface="Cambria"/>
              </a:rPr>
              <a:t> </a:t>
            </a:r>
            <a:r>
              <a:rPr dirty="0" sz="650" spc="-385">
                <a:solidFill>
                  <a:srgbClr val="525252"/>
                </a:solidFill>
                <a:latin typeface="Cambria"/>
                <a:cs typeface="Cambria"/>
              </a:rPr>
              <a:t>—</a:t>
            </a:r>
            <a:r>
              <a:rPr dirty="0" sz="650" spc="-25">
                <a:solidFill>
                  <a:srgbClr val="4B4B4B"/>
                </a:solidFill>
                <a:latin typeface="Cambria"/>
                <a:cs typeface="Cambria"/>
              </a:rPr>
              <a:t>OO</a:t>
            </a:r>
            <a:r>
              <a:rPr dirty="0" sz="650" spc="-25">
                <a:solidFill>
                  <a:srgbClr val="242424"/>
                </a:solidFill>
                <a:latin typeface="Cambria"/>
                <a:cs typeface="Cambria"/>
              </a:rPr>
              <a:t>4</a:t>
            </a:r>
            <a:endParaRPr sz="65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490"/>
              </a:spcBef>
            </a:pPr>
            <a:r>
              <a:rPr dirty="0" sz="1700">
                <a:latin typeface="Arial Black"/>
                <a:cs typeface="Arial Black"/>
              </a:rPr>
              <a:t>””'</a:t>
            </a:r>
            <a:r>
              <a:rPr dirty="0" baseline="78703" sz="900">
                <a:latin typeface="Arial Black"/>
                <a:cs typeface="Arial Black"/>
              </a:rPr>
              <a:t>N</a:t>
            </a:r>
            <a:r>
              <a:rPr dirty="0" sz="1700">
                <a:latin typeface="Arial Black"/>
                <a:cs typeface="Arial Black"/>
              </a:rPr>
              <a:t>"“</a:t>
            </a:r>
            <a:r>
              <a:rPr dirty="0" sz="1700" spc="-5">
                <a:latin typeface="Arial Black"/>
                <a:cs typeface="Arial Black"/>
              </a:rPr>
              <a:t>  </a:t>
            </a:r>
            <a:r>
              <a:rPr dirty="0" sz="1700" spc="-10">
                <a:solidFill>
                  <a:srgbClr val="1C1C1C"/>
                </a:solidFill>
                <a:latin typeface="Arial Black"/>
                <a:cs typeface="Arial Black"/>
              </a:rPr>
              <a:t>""””'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96078" y="65504"/>
            <a:ext cx="774700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20">
                <a:solidFill>
                  <a:srgbClr val="383838"/>
                </a:solidFill>
                <a:latin typeface="Cambria"/>
                <a:cs typeface="Cambria"/>
              </a:rPr>
              <a:t>BMDDY</a:t>
            </a:r>
            <a:r>
              <a:rPr dirty="0" sz="600" spc="17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dirty="0" sz="600" spc="20">
                <a:solidFill>
                  <a:srgbClr val="111111"/>
                </a:solidFill>
                <a:latin typeface="Cambria"/>
                <a:cs typeface="Cambria"/>
              </a:rPr>
              <a:t>ENGINE</a:t>
            </a:r>
            <a:r>
              <a:rPr dirty="0" sz="600" spc="-6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2A2A2A"/>
                </a:solidFill>
                <a:latin typeface="Cambria"/>
                <a:cs typeface="Cambria"/>
              </a:rPr>
              <a:t>ERZ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30122" y="408656"/>
            <a:ext cx="141986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20">
                <a:latin typeface="Arial Black"/>
                <a:cs typeface="Arial Black"/>
              </a:rPr>
              <a:t>ENGINEERZ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41273" y="1310523"/>
            <a:ext cx="934719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70">
                <a:latin typeface="Courier New"/>
                <a:cs typeface="Courier New"/>
              </a:rPr>
              <a:t>fROwTqEFTCmE6W)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20171" y="3801310"/>
            <a:ext cx="588010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>
                <a:solidFill>
                  <a:srgbClr val="282828"/>
                </a:solidFill>
                <a:latin typeface="Cambria"/>
                <a:cs typeface="Cambria"/>
              </a:rPr>
              <a:t>SCRE</a:t>
            </a:r>
            <a:r>
              <a:rPr dirty="0" sz="600" spc="15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600" spc="-70">
                <a:solidFill>
                  <a:srgbClr val="333333"/>
                </a:solidFill>
                <a:latin typeface="Cambria"/>
                <a:cs typeface="Cambria"/>
              </a:rPr>
              <a:t>E</a:t>
            </a:r>
            <a:r>
              <a:rPr dirty="0" sz="600" spc="1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212121"/>
                </a:solidFill>
                <a:latin typeface="Cambria"/>
                <a:cs typeface="Cambria"/>
              </a:rPr>
              <a:t>N</a:t>
            </a:r>
            <a:r>
              <a:rPr dirty="0" sz="600" spc="1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latin typeface="Cambria"/>
                <a:cs typeface="Cambria"/>
              </a:rPr>
              <a:t>PPINT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86366" y="4547268"/>
            <a:ext cx="2443480" cy="3683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80645" indent="-67945">
              <a:lnSpc>
                <a:spcPct val="100000"/>
              </a:lnSpc>
              <a:spcBef>
                <a:spcPts val="280"/>
              </a:spcBef>
              <a:buClr>
                <a:srgbClr val="000000"/>
              </a:buClr>
              <a:buChar char="•"/>
              <a:tabLst>
                <a:tab pos="80645" algn="l"/>
              </a:tabLst>
            </a:pPr>
            <a:r>
              <a:rPr dirty="0" sz="600" spc="-20">
                <a:solidFill>
                  <a:srgbClr val="424242"/>
                </a:solidFill>
                <a:latin typeface="Cambria"/>
                <a:cs typeface="Cambria"/>
              </a:rPr>
              <a:t>Print</a:t>
            </a:r>
            <a:r>
              <a:rPr dirty="0" sz="600" spc="45">
                <a:solidFill>
                  <a:srgbClr val="424242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565656"/>
                </a:solidFill>
                <a:latin typeface="Cambria"/>
                <a:cs typeface="Cambria"/>
              </a:rPr>
              <a:t>sI•ouIo</a:t>
            </a:r>
            <a:r>
              <a:rPr dirty="0" sz="600" spc="25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464646"/>
                </a:solidFill>
                <a:latin typeface="Cambria"/>
                <a:cs typeface="Cambria"/>
              </a:rPr>
              <a:t>be </a:t>
            </a:r>
            <a:r>
              <a:rPr dirty="0" sz="600">
                <a:solidFill>
                  <a:srgbClr val="4D4D4D"/>
                </a:solidFill>
                <a:latin typeface="Cambria"/>
                <a:cs typeface="Cambria"/>
              </a:rPr>
              <a:t>durable</a:t>
            </a:r>
            <a:r>
              <a:rPr dirty="0" sz="600" spc="35">
                <a:solidFill>
                  <a:srgbClr val="4D4D4D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383838"/>
                </a:solidFill>
                <a:latin typeface="Cambria"/>
                <a:cs typeface="Cambria"/>
              </a:rPr>
              <a:t>and</a:t>
            </a:r>
            <a:r>
              <a:rPr dirty="0" sz="600" spc="1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464646"/>
                </a:solidFill>
                <a:latin typeface="Cambria"/>
                <a:cs typeface="Cambria"/>
              </a:rPr>
              <a:t>able</a:t>
            </a:r>
            <a:r>
              <a:rPr dirty="0" sz="600" spc="30">
                <a:solidFill>
                  <a:srgbClr val="464646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696969"/>
                </a:solidFill>
                <a:latin typeface="Cambria"/>
                <a:cs typeface="Cambria"/>
              </a:rPr>
              <a:t>to</a:t>
            </a:r>
            <a:r>
              <a:rPr dirty="0" sz="600" spc="10">
                <a:solidFill>
                  <a:srgbClr val="696969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2A2A2A"/>
                </a:solidFill>
                <a:latin typeface="Cambria"/>
                <a:cs typeface="Cambria"/>
              </a:rPr>
              <a:t>withstand</a:t>
            </a:r>
            <a:r>
              <a:rPr dirty="0" sz="600" spc="105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dirty="0" sz="600">
                <a:latin typeface="Cambria"/>
                <a:cs typeface="Cambria"/>
              </a:rPr>
              <a:t>recommended</a:t>
            </a:r>
            <a:r>
              <a:rPr dirty="0" sz="600" spc="70"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343434"/>
                </a:solidFill>
                <a:latin typeface="Cambria"/>
                <a:cs typeface="Cambria"/>
              </a:rPr>
              <a:t>wasn</a:t>
            </a:r>
            <a:r>
              <a:rPr dirty="0" sz="600" spc="1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676767"/>
                </a:solidFill>
                <a:latin typeface="Cambria"/>
                <a:cs typeface="Cambria"/>
              </a:rPr>
              <a:t>car</a:t>
            </a:r>
            <a:endParaRPr sz="600">
              <a:latin typeface="Cambria"/>
              <a:cs typeface="Cambria"/>
            </a:endParaRPr>
          </a:p>
          <a:p>
            <a:pPr marL="80645" indent="-67945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Char char="•"/>
              <a:tabLst>
                <a:tab pos="80645" algn="l"/>
              </a:tabLst>
            </a:pPr>
            <a:r>
              <a:rPr dirty="0" sz="600">
                <a:solidFill>
                  <a:srgbClr val="525252"/>
                </a:solidFill>
                <a:latin typeface="Cambria"/>
                <a:cs typeface="Cambria"/>
              </a:rPr>
              <a:t>Do</a:t>
            </a:r>
            <a:r>
              <a:rPr dirty="0" sz="600" spc="45">
                <a:solidFill>
                  <a:srgbClr val="525252"/>
                </a:solidFill>
                <a:latin typeface="Cambria"/>
                <a:cs typeface="Cambria"/>
              </a:rPr>
              <a:t> </a:t>
            </a:r>
            <a:r>
              <a:rPr dirty="0" sz="600" spc="-35">
                <a:solidFill>
                  <a:srgbClr val="6D6D6D"/>
                </a:solidFill>
                <a:latin typeface="Cambria"/>
                <a:cs typeface="Cambria"/>
              </a:rPr>
              <a:t>no\</a:t>
            </a:r>
            <a:r>
              <a:rPr dirty="0" sz="600" spc="30">
                <a:solidFill>
                  <a:srgbClr val="6D6D6D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464646"/>
                </a:solidFill>
                <a:latin typeface="Cambria"/>
                <a:cs typeface="Cambria"/>
              </a:rPr>
              <a:t>use</a:t>
            </a:r>
            <a:r>
              <a:rPr dirty="0" sz="600" spc="70">
                <a:solidFill>
                  <a:srgbClr val="464646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464646"/>
                </a:solidFill>
                <a:latin typeface="Cambria"/>
                <a:cs typeface="Cambria"/>
              </a:rPr>
              <a:t>harmful</a:t>
            </a:r>
            <a:r>
              <a:rPr dirty="0" sz="600" spc="25">
                <a:solidFill>
                  <a:srgbClr val="464646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3F3F3F"/>
                </a:solidFill>
                <a:latin typeface="Cambria"/>
                <a:cs typeface="Cambria"/>
              </a:rPr>
              <a:t>chemicals</a:t>
            </a:r>
            <a:r>
              <a:rPr dirty="0" sz="600" spc="10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2A2A2A"/>
                </a:solidFill>
                <a:latin typeface="Cambria"/>
                <a:cs typeface="Cambria"/>
              </a:rPr>
              <a:t>while</a:t>
            </a:r>
            <a:r>
              <a:rPr dirty="0" sz="600" spc="2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333333"/>
                </a:solidFill>
                <a:latin typeface="Cambria"/>
                <a:cs typeface="Cambria"/>
              </a:rPr>
              <a:t>pi</a:t>
            </a:r>
            <a:r>
              <a:rPr dirty="0" sz="600" spc="1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333333"/>
                </a:solidFill>
                <a:latin typeface="Cambria"/>
                <a:cs typeface="Cambria"/>
              </a:rPr>
              <a:t>in\ing.</a:t>
            </a:r>
            <a:endParaRPr sz="600">
              <a:latin typeface="Cambria"/>
              <a:cs typeface="Cambria"/>
            </a:endParaRPr>
          </a:p>
          <a:p>
            <a:pPr marL="80645" indent="-67945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Char char="•"/>
              <a:tabLst>
                <a:tab pos="80645" algn="l"/>
              </a:tabLst>
            </a:pPr>
            <a:r>
              <a:rPr dirty="0" sz="600" spc="-10">
                <a:solidFill>
                  <a:srgbClr val="3B3B3B"/>
                </a:solidFill>
                <a:latin typeface="Cambria"/>
                <a:cs typeface="Cambria"/>
              </a:rPr>
              <a:t>Follow</a:t>
            </a:r>
            <a:r>
              <a:rPr dirty="0" sz="600" spc="25">
                <a:solidFill>
                  <a:srgbClr val="3B3B3B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3D3D3D"/>
                </a:solidFill>
                <a:latin typeface="Cambria"/>
                <a:cs typeface="Cambria"/>
              </a:rPr>
              <a:t>curing</a:t>
            </a:r>
            <a:r>
              <a:rPr dirty="0" sz="600" spc="70">
                <a:solidFill>
                  <a:srgbClr val="3D3D3D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595959"/>
                </a:solidFill>
                <a:latin typeface="Cambria"/>
                <a:cs typeface="Cambria"/>
              </a:rPr>
              <a:t>time</a:t>
            </a:r>
            <a:r>
              <a:rPr dirty="0" sz="600" spc="5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444444"/>
                </a:solidFill>
                <a:latin typeface="Cambria"/>
                <a:cs typeface="Cambria"/>
              </a:rPr>
              <a:t>as</a:t>
            </a:r>
            <a:r>
              <a:rPr dirty="0" sz="600" spc="85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2D2D2D"/>
                </a:solidFill>
                <a:latin typeface="Cambria"/>
                <a:cs typeface="Cambria"/>
              </a:rPr>
              <a:t>per</a:t>
            </a:r>
            <a:r>
              <a:rPr dirty="0" sz="600" spc="35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5D5D5D"/>
                </a:solidFill>
                <a:latin typeface="Cambria"/>
                <a:cs typeface="Cambria"/>
              </a:rPr>
              <a:t>'nd</a:t>
            </a:r>
            <a:r>
              <a:rPr dirty="0" sz="600" spc="45">
                <a:solidFill>
                  <a:srgbClr val="5D5D5D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262626"/>
                </a:solidFill>
                <a:latin typeface="Cambria"/>
                <a:cs typeface="Cambria"/>
              </a:rPr>
              <a:t>supplier</a:t>
            </a:r>
            <a:r>
              <a:rPr dirty="0" sz="600" spc="7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181818"/>
                </a:solidFill>
                <a:latin typeface="Cambria"/>
                <a:cs typeface="Cambria"/>
              </a:rPr>
              <a:t>recommendation.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910065" y="1316789"/>
            <a:ext cx="67500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10">
                <a:latin typeface="Arial Black"/>
                <a:cs typeface="Arial Black"/>
              </a:rPr>
              <a:t>BACK</a:t>
            </a:r>
            <a:r>
              <a:rPr dirty="0" sz="600" spc="20">
                <a:latin typeface="Arial Black"/>
                <a:cs typeface="Arial Black"/>
              </a:rPr>
              <a:t> </a:t>
            </a:r>
            <a:r>
              <a:rPr dirty="0" sz="600" spc="-30">
                <a:solidFill>
                  <a:srgbClr val="1F1F1F"/>
                </a:solidFill>
                <a:latin typeface="Arial Black"/>
                <a:cs typeface="Arial Black"/>
              </a:rPr>
              <a:t>(CEN</a:t>
            </a:r>
            <a:r>
              <a:rPr dirty="0" sz="600" spc="-13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600" spc="-25">
                <a:latin typeface="Arial Black"/>
                <a:cs typeface="Arial Black"/>
              </a:rPr>
              <a:t>TER)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31366" y="2509168"/>
            <a:ext cx="64262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105">
                <a:latin typeface="Arial Black"/>
                <a:cs typeface="Arial Black"/>
              </a:rPr>
              <a:t>BuDDv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771865" y="2697162"/>
            <a:ext cx="980440" cy="4692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200" spc="-20">
                <a:latin typeface="Arial Black"/>
                <a:cs typeface="Arial Black"/>
              </a:rPr>
              <a:t>ENGINEERZ</a:t>
            </a:r>
            <a:endParaRPr sz="1200">
              <a:latin typeface="Arial Black"/>
              <a:cs typeface="Arial Black"/>
            </a:endParaRPr>
          </a:p>
          <a:p>
            <a:pPr algn="ctr" marL="33655">
              <a:lnSpc>
                <a:spcPct val="100000"/>
              </a:lnSpc>
              <a:spcBef>
                <a:spcPts val="1245"/>
              </a:spcBef>
            </a:pPr>
            <a:r>
              <a:rPr dirty="0" sz="650">
                <a:solidFill>
                  <a:srgbClr val="181818"/>
                </a:solidFill>
                <a:latin typeface="Cambria"/>
                <a:cs typeface="Cambria"/>
              </a:rPr>
              <a:t>28</a:t>
            </a:r>
            <a:r>
              <a:rPr dirty="0" sz="650" spc="2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dirty="0" sz="650" spc="-25">
                <a:solidFill>
                  <a:srgbClr val="2A2A2A"/>
                </a:solidFill>
                <a:latin typeface="Cambria"/>
                <a:cs typeface="Cambria"/>
              </a:rPr>
              <a:t>CM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49173" y="245729"/>
            <a:ext cx="501015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80">
                <a:latin typeface="Arial Black"/>
                <a:cs typeface="Arial Black"/>
              </a:rPr>
              <a:t>6IZE</a:t>
            </a:r>
            <a:r>
              <a:rPr dirty="0" sz="650" spc="-15">
                <a:latin typeface="Arial Black"/>
                <a:cs typeface="Arial Black"/>
              </a:rPr>
              <a:t> </a:t>
            </a:r>
            <a:r>
              <a:rPr dirty="0" sz="650" spc="-60">
                <a:latin typeface="Arial Black"/>
                <a:cs typeface="Arial Black"/>
              </a:rPr>
              <a:t>RANGE</a:t>
            </a:r>
            <a:endParaRPr sz="650">
              <a:latin typeface="Arial Black"/>
              <a:cs typeface="Arial Black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66446" y="65504"/>
            <a:ext cx="48450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10">
                <a:solidFill>
                  <a:srgbClr val="0F0F0F"/>
                </a:solidFill>
                <a:latin typeface="Cambria"/>
                <a:cs typeface="Cambria"/>
              </a:rPr>
              <a:t>MENSWEAR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73257" y="438234"/>
            <a:ext cx="530860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>
                <a:latin typeface="Courier New"/>
                <a:cs typeface="Courier New"/>
              </a:rPr>
              <a:t>REGULAR</a:t>
            </a:r>
            <a:r>
              <a:rPr dirty="0" sz="650" spc="5">
                <a:latin typeface="Courier New"/>
                <a:cs typeface="Courier New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Courier New"/>
                <a:cs typeface="Courier New"/>
              </a:rPr>
              <a:t>FT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867688" y="630738"/>
            <a:ext cx="577215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30">
                <a:solidFill>
                  <a:srgbClr val="1F1F1F"/>
                </a:solidFill>
                <a:latin typeface="Courier New"/>
                <a:cs typeface="Courier New"/>
              </a:rPr>
              <a:t>1OO'l4COTTON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118671" y="2387348"/>
            <a:ext cx="182880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40">
                <a:solidFill>
                  <a:srgbClr val="2D2D2D"/>
                </a:solidFill>
                <a:latin typeface="Consolas"/>
                <a:cs typeface="Consolas"/>
              </a:rPr>
              <a:t>8</a:t>
            </a:r>
            <a:r>
              <a:rPr dirty="0" sz="650" spc="-110">
                <a:solidFill>
                  <a:srgbClr val="2D2D2D"/>
                </a:solidFill>
                <a:latin typeface="Consolas"/>
                <a:cs typeface="Consolas"/>
              </a:rPr>
              <a:t> </a:t>
            </a:r>
            <a:r>
              <a:rPr dirty="0" sz="650" spc="-25">
                <a:latin typeface="Consolas"/>
                <a:cs typeface="Consolas"/>
              </a:rPr>
              <a:t>CM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14892" y="1990557"/>
            <a:ext cx="20129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>
                <a:solidFill>
                  <a:srgbClr val="676767"/>
                </a:solidFill>
                <a:latin typeface="Cambria"/>
                <a:cs typeface="Cambria"/>
              </a:rPr>
              <a:t>8</a:t>
            </a:r>
            <a:r>
              <a:rPr dirty="0" sz="600" spc="40">
                <a:solidFill>
                  <a:srgbClr val="676767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212121"/>
                </a:solidFill>
                <a:latin typeface="Cambria"/>
                <a:cs typeface="Cambria"/>
              </a:rPr>
              <a:t>CM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405056" y="59238"/>
            <a:ext cx="429259" cy="5010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90"/>
              </a:spcBef>
            </a:pPr>
            <a:r>
              <a:rPr dirty="0" sz="650" spc="-20">
                <a:latin typeface="Cambria"/>
                <a:cs typeface="Cambria"/>
              </a:rPr>
              <a:t>DATE</a:t>
            </a:r>
            <a:endParaRPr sz="650">
              <a:latin typeface="Cambria"/>
              <a:cs typeface="Cambria"/>
            </a:endParaRPr>
          </a:p>
          <a:p>
            <a:pPr marL="17780">
              <a:lnSpc>
                <a:spcPct val="100000"/>
              </a:lnSpc>
              <a:spcBef>
                <a:spcPts val="735"/>
              </a:spcBef>
            </a:pPr>
            <a:r>
              <a:rPr dirty="0" sz="650" spc="-20">
                <a:latin typeface="Arial Black"/>
                <a:cs typeface="Arial Black"/>
              </a:rPr>
              <a:t>VERSION</a:t>
            </a:r>
            <a:endParaRPr sz="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600" spc="-40">
                <a:latin typeface="Arial Black"/>
                <a:cs typeface="Arial Black"/>
              </a:rPr>
              <a:t>DESIGNER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170053" y="65504"/>
            <a:ext cx="56070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>
                <a:solidFill>
                  <a:srgbClr val="1D1D1D"/>
                </a:solidFill>
                <a:latin typeface="Cambria"/>
                <a:cs typeface="Cambria"/>
              </a:rPr>
              <a:t>25</a:t>
            </a:r>
            <a:r>
              <a:rPr dirty="0" sz="600" spc="125">
                <a:solidFill>
                  <a:srgbClr val="1D1D1D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4F4F4F"/>
                </a:solidFill>
                <a:latin typeface="Cambria"/>
                <a:cs typeface="Cambria"/>
              </a:rPr>
              <a:t>/</a:t>
            </a:r>
            <a:r>
              <a:rPr dirty="0" sz="600" spc="5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3B3B3B"/>
                </a:solidFill>
                <a:latin typeface="Cambria"/>
                <a:cs typeface="Cambria"/>
              </a:rPr>
              <a:t>05</a:t>
            </a:r>
            <a:r>
              <a:rPr dirty="0" sz="600" spc="215">
                <a:solidFill>
                  <a:srgbClr val="3B3B3B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3D3D3D"/>
                </a:solidFill>
                <a:latin typeface="Cambria"/>
                <a:cs typeface="Cambria"/>
              </a:rPr>
              <a:t>/</a:t>
            </a:r>
            <a:r>
              <a:rPr dirty="0" sz="600" spc="40">
                <a:solidFill>
                  <a:srgbClr val="3D3D3D"/>
                </a:solidFill>
                <a:latin typeface="Cambria"/>
                <a:cs typeface="Cambria"/>
              </a:rPr>
              <a:t> </a:t>
            </a:r>
            <a:r>
              <a:rPr dirty="0" sz="600" spc="-55">
                <a:solidFill>
                  <a:srgbClr val="3B3B3B"/>
                </a:solidFill>
                <a:latin typeface="Cambria"/>
                <a:cs typeface="Cambria"/>
              </a:rPr>
              <a:t>202</a:t>
            </a:r>
            <a:r>
              <a:rPr dirty="0" sz="600" spc="200">
                <a:solidFill>
                  <a:srgbClr val="3B3B3B"/>
                </a:solidFill>
                <a:latin typeface="Cambria"/>
                <a:cs typeface="Cambria"/>
              </a:rPr>
              <a:t> </a:t>
            </a:r>
            <a:r>
              <a:rPr dirty="0" sz="600" spc="-60">
                <a:solidFill>
                  <a:srgbClr val="4B4B4B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165720" y="251743"/>
            <a:ext cx="132715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95">
                <a:solidFill>
                  <a:srgbClr val="4B4B4B"/>
                </a:solidFill>
                <a:latin typeface="Courier New"/>
                <a:cs typeface="Courier New"/>
              </a:rPr>
              <a:t>1.0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170347" y="444500"/>
            <a:ext cx="76898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10">
                <a:solidFill>
                  <a:srgbClr val="232323"/>
                </a:solidFill>
                <a:latin typeface="Cambria"/>
                <a:cs typeface="Cambria"/>
              </a:rPr>
              <a:t>BMDDY</a:t>
            </a:r>
            <a:r>
              <a:rPr dirty="0" sz="600" spc="220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sz="600" spc="10">
                <a:solidFill>
                  <a:srgbClr val="212121"/>
                </a:solidFill>
                <a:latin typeface="Cambria"/>
                <a:cs typeface="Cambria"/>
              </a:rPr>
              <a:t>ENGINEER</a:t>
            </a:r>
            <a:r>
              <a:rPr dirty="0" sz="60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600" spc="-50">
                <a:solidFill>
                  <a:srgbClr val="3F3F3F"/>
                </a:solidFill>
                <a:latin typeface="Cambria"/>
                <a:cs typeface="Cambria"/>
              </a:rPr>
              <a:t>Z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856876" y="1322554"/>
            <a:ext cx="573405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10">
                <a:latin typeface="Courier New"/>
                <a:cs typeface="Courier New"/>
              </a:rPr>
              <a:t>LOGO(BACx}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701417" y="2201361"/>
            <a:ext cx="81216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100">
                <a:latin typeface="Arial Black"/>
                <a:cs typeface="Arial Black"/>
              </a:rPr>
              <a:t>BUDDY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535015" y="2400884"/>
            <a:ext cx="1243965" cy="4527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500" spc="-105">
                <a:latin typeface="Arial Black"/>
                <a:cs typeface="Arial Black"/>
              </a:rPr>
              <a:t>ENGINEERZ</a:t>
            </a:r>
            <a:r>
              <a:rPr dirty="0" sz="1500" spc="-65">
                <a:latin typeface="Arial Black"/>
                <a:cs typeface="Arial Black"/>
              </a:rPr>
              <a:t> </a:t>
            </a:r>
            <a:r>
              <a:rPr dirty="0" sz="1500" spc="-405">
                <a:solidFill>
                  <a:srgbClr val="E6526D"/>
                </a:solidFill>
                <a:latin typeface="Arial Black"/>
                <a:cs typeface="Arial Black"/>
              </a:rPr>
              <a:t>,</a:t>
            </a:r>
            <a:endParaRPr sz="1500">
              <a:latin typeface="Arial Black"/>
              <a:cs typeface="Arial Black"/>
            </a:endParaRPr>
          </a:p>
          <a:p>
            <a:pPr algn="ctr" marR="46990">
              <a:lnSpc>
                <a:spcPct val="100000"/>
              </a:lnSpc>
              <a:spcBef>
                <a:spcPts val="755"/>
              </a:spcBef>
            </a:pPr>
            <a:r>
              <a:rPr dirty="0" sz="650">
                <a:solidFill>
                  <a:srgbClr val="1C1C1C"/>
                </a:solidFill>
                <a:latin typeface="Cambria"/>
                <a:cs typeface="Cambria"/>
              </a:rPr>
              <a:t>28</a:t>
            </a:r>
            <a:r>
              <a:rPr dirty="0" sz="650" spc="2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50" spc="-20" i="1">
                <a:solidFill>
                  <a:srgbClr val="676767"/>
                </a:solidFill>
                <a:latin typeface="Cambria"/>
                <a:cs typeface="Cambria"/>
              </a:rPr>
              <a:t>C</a:t>
            </a:r>
            <a:r>
              <a:rPr dirty="0" sz="650" spc="-30" i="1">
                <a:solidFill>
                  <a:srgbClr val="676767"/>
                </a:solidFill>
                <a:latin typeface="Cambria"/>
                <a:cs typeface="Cambria"/>
              </a:rPr>
              <a:t> </a:t>
            </a:r>
            <a:r>
              <a:rPr dirty="0" sz="650" spc="-60" i="1">
                <a:solidFill>
                  <a:srgbClr val="2D2D2D"/>
                </a:solidFill>
                <a:latin typeface="Cambria"/>
                <a:cs typeface="Cambria"/>
              </a:rPr>
              <a:t>M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71187" y="3464175"/>
            <a:ext cx="354330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25">
                <a:solidFill>
                  <a:srgbClr val="111111"/>
                </a:solidFill>
                <a:latin typeface="Cambria"/>
                <a:cs typeface="Cambria"/>
              </a:rPr>
              <a:t>i+ix</a:t>
            </a:r>
            <a:r>
              <a:rPr dirty="0" sz="650" spc="-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50" spc="-10">
                <a:solidFill>
                  <a:srgbClr val="0F0F0F"/>
                </a:solidFill>
                <a:latin typeface="Cambria"/>
                <a:cs typeface="Cambria"/>
              </a:rPr>
              <a:t>z'rPE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537748" y="3464175"/>
            <a:ext cx="620395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>
                <a:solidFill>
                  <a:srgbClr val="757575"/>
                </a:solidFill>
                <a:latin typeface="Cambria"/>
                <a:cs typeface="Cambria"/>
              </a:rPr>
              <a:t>:</a:t>
            </a:r>
            <a:r>
              <a:rPr dirty="0" sz="650" spc="275">
                <a:solidFill>
                  <a:srgbClr val="757575"/>
                </a:solidFill>
                <a:latin typeface="Cambria"/>
                <a:cs typeface="Cambria"/>
              </a:rPr>
              <a:t> </a:t>
            </a:r>
            <a:r>
              <a:rPr dirty="0" sz="650">
                <a:solidFill>
                  <a:srgbClr val="2F2F2F"/>
                </a:solidFill>
                <a:latin typeface="Cambria"/>
                <a:cs typeface="Cambria"/>
              </a:rPr>
              <a:t>pLAsrisoL</a:t>
            </a:r>
            <a:r>
              <a:rPr dirty="0" sz="650" spc="185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dirty="0" sz="650" spc="-25">
                <a:solidFill>
                  <a:srgbClr val="262626"/>
                </a:solidFill>
                <a:latin typeface="Cambria"/>
                <a:cs typeface="Cambria"/>
              </a:rPr>
              <a:t>iux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620407" y="4460791"/>
            <a:ext cx="497840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40">
                <a:latin typeface="Arial Black"/>
                <a:cs typeface="Arial Black"/>
              </a:rPr>
              <a:t>BUDDY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620081" y="4574840"/>
            <a:ext cx="766445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120">
                <a:latin typeface="Arial Black"/>
                <a:cs typeface="Arial Black"/>
              </a:rPr>
              <a:t>ENGINEERS</a:t>
            </a:r>
            <a:endParaRPr sz="1050">
              <a:latin typeface="Arial Black"/>
              <a:cs typeface="Arial Black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801710" y="1990557"/>
            <a:ext cx="225425" cy="116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00" spc="-10">
                <a:solidFill>
                  <a:srgbClr val="565656"/>
                </a:solidFill>
                <a:latin typeface="Cambria"/>
                <a:cs typeface="Cambria"/>
              </a:rPr>
              <a:t>28</a:t>
            </a:r>
            <a:r>
              <a:rPr dirty="0" sz="600" spc="110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dirty="0" sz="600" spc="-60">
                <a:solidFill>
                  <a:srgbClr val="383838"/>
                </a:solidFill>
                <a:latin typeface="Cambria"/>
                <a:cs typeface="Cambria"/>
              </a:rPr>
              <a:t>CM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0909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1129" y="1469571"/>
            <a:ext cx="878541" cy="15113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1075296"/>
            <a:ext cx="962211" cy="1493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9317" y="2491102"/>
            <a:ext cx="519952" cy="22700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8658" y="1756317"/>
            <a:ext cx="346635" cy="29271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58588" y="1589048"/>
            <a:ext cx="1344930" cy="1129665"/>
            <a:chOff x="358588" y="1589048"/>
            <a:chExt cx="1344930" cy="1129665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4447" y="2497076"/>
              <a:ext cx="663388" cy="22103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58588" y="1589048"/>
              <a:ext cx="1344930" cy="1123315"/>
            </a:xfrm>
            <a:custGeom>
              <a:avLst/>
              <a:gdLst/>
              <a:ahLst/>
              <a:cxnLst/>
              <a:rect l="l" t="t" r="r" b="b"/>
              <a:pathLst>
                <a:path w="1344930" h="1123314">
                  <a:moveTo>
                    <a:pt x="1344705" y="1123086"/>
                  </a:moveTo>
                  <a:lnTo>
                    <a:pt x="0" y="1123086"/>
                  </a:lnTo>
                  <a:lnTo>
                    <a:pt x="0" y="0"/>
                  </a:lnTo>
                  <a:lnTo>
                    <a:pt x="1344705" y="0"/>
                  </a:lnTo>
                  <a:lnTo>
                    <a:pt x="1344705" y="1123086"/>
                  </a:lnTo>
                  <a:close/>
                </a:path>
              </a:pathLst>
            </a:custGeom>
            <a:solidFill>
              <a:srgbClr val="1313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58588" y="1589048"/>
            <a:ext cx="1344930" cy="1123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850">
              <a:latin typeface="Times New Roman"/>
              <a:cs typeface="Times New Roman"/>
            </a:endParaRPr>
          </a:p>
          <a:p>
            <a:pPr marL="313690" marR="405130" indent="120014">
              <a:lnSpc>
                <a:spcPts val="850"/>
              </a:lnSpc>
              <a:spcBef>
                <a:spcPts val="5"/>
              </a:spcBef>
            </a:pPr>
            <a:r>
              <a:rPr dirty="0" sz="850" spc="85">
                <a:solidFill>
                  <a:srgbClr val="FFFFFF"/>
                </a:solidFill>
                <a:latin typeface="Arial MT"/>
                <a:cs typeface="Arial MT"/>
              </a:rPr>
              <a:t>BUDDY </a:t>
            </a:r>
            <a:r>
              <a:rPr dirty="0" sz="850" spc="35">
                <a:solidFill>
                  <a:srgbClr val="FFFFFF"/>
                </a:solidFill>
                <a:latin typeface="Arial MT"/>
                <a:cs typeface="Arial MT"/>
              </a:rPr>
              <a:t>ENGINEER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8141" y="1696577"/>
            <a:ext cx="448309" cy="991869"/>
          </a:xfrm>
          <a:prstGeom prst="rect">
            <a:avLst/>
          </a:prstGeom>
          <a:solidFill>
            <a:srgbClr val="4D4D4D"/>
          </a:solidFill>
        </p:spPr>
        <p:txBody>
          <a:bodyPr wrap="square" lIns="0" tIns="1593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5"/>
              </a:spcBef>
            </a:pPr>
            <a:endParaRPr sz="1450">
              <a:latin typeface="Times New Roman"/>
              <a:cs typeface="Times New Roman"/>
            </a:endParaRPr>
          </a:p>
          <a:p>
            <a:pPr algn="ctr" marR="26670">
              <a:lnSpc>
                <a:spcPct val="100000"/>
              </a:lnSpc>
            </a:pPr>
            <a:r>
              <a:rPr dirty="0" sz="1450" spc="-5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endParaRPr sz="145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1528" y="3894961"/>
            <a:ext cx="609600" cy="62128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23623" y="3894961"/>
            <a:ext cx="555811" cy="62128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93364" y="3715745"/>
            <a:ext cx="1804893" cy="76465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6870" y="3781457"/>
            <a:ext cx="1607670" cy="68102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01600" y="77660"/>
            <a:ext cx="8976995" cy="944244"/>
            <a:chOff x="101600" y="77660"/>
            <a:chExt cx="8976995" cy="944244"/>
          </a:xfrm>
        </p:grpSpPr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600" y="77660"/>
              <a:ext cx="8976658" cy="94387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2847" y="203111"/>
              <a:ext cx="579717" cy="4779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8352" y="280771"/>
              <a:ext cx="328705" cy="10752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8352" y="406223"/>
              <a:ext cx="328705" cy="14934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3858" y="567517"/>
              <a:ext cx="83670" cy="14934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47576" y="872185"/>
              <a:ext cx="424329" cy="776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08281" y="149346"/>
              <a:ext cx="430305" cy="4779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08281" y="334537"/>
              <a:ext cx="466164" cy="5376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08281" y="704916"/>
              <a:ext cx="280894" cy="5376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50964" y="334537"/>
              <a:ext cx="729129" cy="5376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333128" y="334537"/>
              <a:ext cx="352611" cy="5376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850964" y="504791"/>
              <a:ext cx="490070" cy="8064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333128" y="149346"/>
              <a:ext cx="203200" cy="4779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116046" y="334537"/>
              <a:ext cx="101600" cy="53764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6358964" y="2652397"/>
            <a:ext cx="621665" cy="227329"/>
            <a:chOff x="6358964" y="2652397"/>
            <a:chExt cx="621665" cy="227329"/>
          </a:xfrm>
        </p:grpSpPr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42635" y="2652397"/>
              <a:ext cx="155388" cy="17324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723528" y="2652397"/>
              <a:ext cx="203200" cy="17324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358964" y="2652397"/>
              <a:ext cx="621552" cy="22700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42635" y="2652397"/>
              <a:ext cx="155388" cy="17324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723528" y="2652397"/>
              <a:ext cx="203200" cy="173242"/>
            </a:xfrm>
            <a:prstGeom prst="rect">
              <a:avLst/>
            </a:prstGeom>
          </p:spPr>
        </p:pic>
      </p:grpSp>
      <p:pic>
        <p:nvPicPr>
          <p:cNvPr id="36" name="object 3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66164" y="3040698"/>
            <a:ext cx="962211" cy="5973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085788" y="3040698"/>
            <a:ext cx="962211" cy="59738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591858" y="3040698"/>
            <a:ext cx="1308846" cy="5973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414681" y="3333418"/>
            <a:ext cx="872564" cy="5376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847105" y="1344119"/>
            <a:ext cx="496047" cy="5376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7620000" y="3225888"/>
            <a:ext cx="597647" cy="4779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249458" y="4593904"/>
            <a:ext cx="472141" cy="4779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277411" y="4593904"/>
            <a:ext cx="466164" cy="4779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7129928" y="4701433"/>
            <a:ext cx="1763058" cy="4779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462306" y="1795147"/>
            <a:ext cx="454211" cy="5675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348753" y="2147605"/>
            <a:ext cx="690282" cy="41518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354729" y="2673305"/>
            <a:ext cx="499035" cy="56751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2294964" y="4695459"/>
            <a:ext cx="669364" cy="8363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582023" y="1341132"/>
            <a:ext cx="1201270" cy="6869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2348752" y="1956441"/>
            <a:ext cx="759011" cy="98568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994242" y="238264"/>
            <a:ext cx="1387475" cy="435609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  <a:tabLst>
                <a:tab pos="353060" algn="l"/>
              </a:tabLst>
            </a:pPr>
            <a:r>
              <a:rPr dirty="0" sz="900" spc="50">
                <a:latin typeface="Arial Black"/>
                <a:cs typeface="Arial Black"/>
              </a:rPr>
              <a:t>BU</a:t>
            </a:r>
            <a:r>
              <a:rPr dirty="0" sz="900">
                <a:latin typeface="Arial Black"/>
                <a:cs typeface="Arial Black"/>
              </a:rPr>
              <a:t>	</a:t>
            </a:r>
            <a:r>
              <a:rPr dirty="0" sz="900" spc="45">
                <a:latin typeface="Arial Black"/>
                <a:cs typeface="Arial Black"/>
              </a:rPr>
              <a:t>DDY</a:t>
            </a: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950" spc="480">
                <a:latin typeface="Arial Black"/>
                <a:cs typeface="Arial Black"/>
              </a:rPr>
              <a:t>ENGINEERZ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604568" y="72348"/>
            <a:ext cx="820419" cy="71501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55"/>
              </a:spcBef>
            </a:pPr>
            <a:r>
              <a:rPr dirty="0" sz="550">
                <a:solidFill>
                  <a:srgbClr val="BFBFBF"/>
                </a:solidFill>
                <a:latin typeface="Arial Black"/>
                <a:cs typeface="Arial Black"/>
              </a:rPr>
              <a:t>,</a:t>
            </a:r>
            <a:r>
              <a:rPr dirty="0" sz="550" spc="425">
                <a:solidFill>
                  <a:srgbClr val="BFBFBF"/>
                </a:solidFill>
                <a:latin typeface="Arial Black"/>
                <a:cs typeface="Arial Black"/>
              </a:rPr>
              <a:t> </a:t>
            </a:r>
            <a:r>
              <a:rPr dirty="0" sz="550" spc="-20">
                <a:latin typeface="Arial Black"/>
                <a:cs typeface="Arial Black"/>
              </a:rPr>
              <a:t>BRAND</a:t>
            </a:r>
            <a:endParaRPr sz="550">
              <a:latin typeface="Arial Black"/>
              <a:cs typeface="Arial Black"/>
            </a:endParaRPr>
          </a:p>
          <a:p>
            <a:pPr marL="38100">
              <a:lnSpc>
                <a:spcPct val="100000"/>
              </a:lnSpc>
              <a:spcBef>
                <a:spcPts val="540"/>
              </a:spcBef>
            </a:pPr>
            <a:r>
              <a:rPr dirty="0" sz="900">
                <a:solidFill>
                  <a:srgbClr val="BFBFBF"/>
                </a:solidFill>
                <a:latin typeface="Arial Black"/>
                <a:cs typeface="Arial Black"/>
              </a:rPr>
              <a:t>'</a:t>
            </a:r>
            <a:r>
              <a:rPr dirty="0" sz="900" spc="225">
                <a:solidFill>
                  <a:srgbClr val="BFBFBF"/>
                </a:solidFill>
                <a:latin typeface="Arial Black"/>
                <a:cs typeface="Arial Black"/>
              </a:rPr>
              <a:t> </a:t>
            </a:r>
            <a:r>
              <a:rPr dirty="0" sz="900" spc="-290">
                <a:latin typeface="Arial Black"/>
                <a:cs typeface="Arial Black"/>
              </a:rPr>
              <a:t>BTYLE</a:t>
            </a:r>
            <a:r>
              <a:rPr dirty="0" sz="900" spc="-100">
                <a:latin typeface="Arial Black"/>
                <a:cs typeface="Arial Black"/>
              </a:rPr>
              <a:t> </a:t>
            </a:r>
            <a:r>
              <a:rPr dirty="0" sz="900" spc="-25">
                <a:latin typeface="Arial Black"/>
                <a:cs typeface="Arial Black"/>
              </a:rPr>
              <a:t>NO.</a:t>
            </a:r>
            <a:endParaRPr sz="900">
              <a:latin typeface="Arial Black"/>
              <a:cs typeface="Arial Black"/>
            </a:endParaRPr>
          </a:p>
          <a:p>
            <a:pPr marL="137160">
              <a:lnSpc>
                <a:spcPct val="100000"/>
              </a:lnSpc>
              <a:spcBef>
                <a:spcPts val="284"/>
              </a:spcBef>
            </a:pPr>
            <a:r>
              <a:rPr dirty="0" baseline="-29239" sz="1425" spc="-104">
                <a:latin typeface="Arial Black"/>
                <a:cs typeface="Arial Black"/>
              </a:rPr>
              <a:t>°</a:t>
            </a:r>
            <a:r>
              <a:rPr dirty="0" baseline="4629" sz="900" spc="-104">
                <a:latin typeface="Arial Black"/>
                <a:cs typeface="Arial Black"/>
              </a:rPr>
              <a:t>T</a:t>
            </a:r>
            <a:r>
              <a:rPr dirty="0" sz="950" spc="-70">
                <a:latin typeface="Arial Black"/>
                <a:cs typeface="Arial Black"/>
              </a:rPr>
              <a:t>Y</a:t>
            </a:r>
            <a:r>
              <a:rPr dirty="0" baseline="5050" sz="825" spc="-104">
                <a:latin typeface="Arial Black"/>
                <a:cs typeface="Arial Black"/>
              </a:rPr>
              <a:t>L</a:t>
            </a:r>
            <a:r>
              <a:rPr dirty="0" sz="950" spc="-70">
                <a:latin typeface="Arial Black"/>
                <a:cs typeface="Arial Black"/>
              </a:rPr>
              <a:t>G</a:t>
            </a:r>
            <a:r>
              <a:rPr dirty="0" baseline="2923" sz="1425" spc="-104">
                <a:latin typeface="Arial Black"/>
                <a:cs typeface="Arial Black"/>
              </a:rPr>
              <a:t>NAMG</a:t>
            </a:r>
            <a:endParaRPr baseline="2923" sz="1425">
              <a:latin typeface="Arial Black"/>
              <a:cs typeface="Arial Black"/>
            </a:endParaRPr>
          </a:p>
          <a:p>
            <a:pPr marL="140970">
              <a:lnSpc>
                <a:spcPct val="100000"/>
              </a:lnSpc>
              <a:spcBef>
                <a:spcPts val="520"/>
              </a:spcBef>
            </a:pPr>
            <a:r>
              <a:rPr dirty="0" sz="700" spc="-10">
                <a:latin typeface="Times New Roman"/>
                <a:cs typeface="Times New Roman"/>
              </a:rPr>
              <a:t>oeecnIi=r‹oFi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480790" y="72348"/>
            <a:ext cx="884555" cy="71501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455"/>
              </a:spcBef>
            </a:pPr>
            <a:r>
              <a:rPr dirty="0" sz="550">
                <a:solidFill>
                  <a:srgbClr val="232323"/>
                </a:solidFill>
                <a:latin typeface="Times New Roman"/>
                <a:cs typeface="Times New Roman"/>
              </a:rPr>
              <a:t>BUPDY</a:t>
            </a:r>
            <a:r>
              <a:rPr dirty="0" sz="550" spc="31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550" spc="-10">
                <a:solidFill>
                  <a:srgbClr val="131313"/>
                </a:solidFill>
                <a:latin typeface="Times New Roman"/>
                <a:cs typeface="Times New Roman"/>
              </a:rPr>
              <a:t>ENGlflEERZ</a:t>
            </a: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900" spc="-235">
                <a:latin typeface="Arial Black"/>
                <a:cs typeface="Arial Black"/>
              </a:rPr>
              <a:t>BEZ-</a:t>
            </a:r>
            <a:r>
              <a:rPr dirty="0" sz="900" spc="-265">
                <a:latin typeface="Arial Black"/>
                <a:cs typeface="Arial Black"/>
              </a:rPr>
              <a:t>TS</a:t>
            </a:r>
            <a:r>
              <a:rPr dirty="0" sz="900" spc="105"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1A1A1A"/>
                </a:solidFill>
                <a:latin typeface="Arial Black"/>
                <a:cs typeface="Arial Black"/>
              </a:rPr>
              <a:t>001</a:t>
            </a:r>
            <a:endParaRPr sz="900">
              <a:latin typeface="Arial Black"/>
              <a:cs typeface="Arial Black"/>
            </a:endParaRPr>
          </a:p>
          <a:p>
            <a:pPr marL="15240">
              <a:lnSpc>
                <a:spcPct val="100000"/>
              </a:lnSpc>
              <a:spcBef>
                <a:spcPts val="235"/>
              </a:spcBef>
            </a:pPr>
            <a:r>
              <a:rPr dirty="0" sz="950" spc="-375">
                <a:solidFill>
                  <a:srgbClr val="131313"/>
                </a:solidFill>
                <a:latin typeface="Arial Black"/>
                <a:cs typeface="Arial Black"/>
              </a:rPr>
              <a:t>OE</a:t>
            </a:r>
            <a:r>
              <a:rPr dirty="0" sz="950" spc="-125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950" spc="-340">
                <a:solidFill>
                  <a:srgbClr val="282828"/>
                </a:solidFill>
                <a:latin typeface="Arial Black"/>
                <a:cs typeface="Arial Black"/>
              </a:rPr>
              <a:t>CORE</a:t>
            </a:r>
            <a:r>
              <a:rPr dirty="0" sz="950" spc="-45">
                <a:solidFill>
                  <a:srgbClr val="282828"/>
                </a:solidFill>
                <a:latin typeface="Arial Black"/>
                <a:cs typeface="Arial Black"/>
              </a:rPr>
              <a:t> </a:t>
            </a:r>
            <a:r>
              <a:rPr dirty="0" sz="950" spc="-380">
                <a:solidFill>
                  <a:srgbClr val="1C1C1C"/>
                </a:solidFill>
                <a:latin typeface="Arial Black"/>
                <a:cs typeface="Arial Black"/>
              </a:rPr>
              <a:t>TEG</a:t>
            </a:r>
            <a:endParaRPr sz="950">
              <a:latin typeface="Arial Black"/>
              <a:cs typeface="Arial Black"/>
            </a:endParaRPr>
          </a:p>
          <a:p>
            <a:pPr marL="20320">
              <a:lnSpc>
                <a:spcPct val="100000"/>
              </a:lnSpc>
              <a:spcBef>
                <a:spcPts val="570"/>
              </a:spcBef>
            </a:pPr>
            <a:r>
              <a:rPr dirty="0" sz="700" spc="90">
                <a:latin typeface="Times New Roman"/>
                <a:cs typeface="Times New Roman"/>
              </a:rPr>
              <a:t>nouuo</a:t>
            </a:r>
            <a:r>
              <a:rPr dirty="0" sz="700" spc="14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NEcx</a:t>
            </a:r>
            <a:r>
              <a:rPr dirty="0" sz="700" spc="8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+-</a:t>
            </a:r>
            <a:r>
              <a:rPr dirty="0" sz="700" spc="35">
                <a:latin typeface="Times New Roman"/>
                <a:cs typeface="Times New Roman"/>
              </a:rPr>
              <a:t>sHnz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05579" y="1307524"/>
            <a:ext cx="1198880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latin typeface="Arial Black"/>
                <a:cs typeface="Arial Black"/>
              </a:rPr>
              <a:t>A.</a:t>
            </a:r>
            <a:r>
              <a:rPr dirty="0" sz="550" spc="-5">
                <a:latin typeface="Arial Black"/>
                <a:cs typeface="Arial Black"/>
              </a:rPr>
              <a:t> </a:t>
            </a:r>
            <a:r>
              <a:rPr dirty="0" sz="550">
                <a:latin typeface="Arial Black"/>
                <a:cs typeface="Arial Black"/>
              </a:rPr>
              <a:t>MAIN</a:t>
            </a:r>
            <a:r>
              <a:rPr dirty="0" sz="550" spc="-35">
                <a:latin typeface="Arial Black"/>
                <a:cs typeface="Arial Black"/>
              </a:rPr>
              <a:t> </a:t>
            </a:r>
            <a:r>
              <a:rPr dirty="0" sz="550">
                <a:latin typeface="Arial Black"/>
                <a:cs typeface="Arial Black"/>
              </a:rPr>
              <a:t>LABEL</a:t>
            </a:r>
            <a:r>
              <a:rPr dirty="0" sz="550" spc="85">
                <a:latin typeface="Arial Black"/>
                <a:cs typeface="Arial Black"/>
              </a:rPr>
              <a:t> </a:t>
            </a:r>
            <a:r>
              <a:rPr dirty="0" sz="550">
                <a:latin typeface="Arial Black"/>
                <a:cs typeface="Arial Black"/>
              </a:rPr>
              <a:t>{NECK</a:t>
            </a:r>
            <a:r>
              <a:rPr dirty="0" sz="550" spc="15">
                <a:latin typeface="Arial Black"/>
                <a:cs typeface="Arial Black"/>
              </a:rPr>
              <a:t> </a:t>
            </a:r>
            <a:r>
              <a:rPr dirty="0" sz="550" spc="-10">
                <a:latin typeface="Arial Black"/>
                <a:cs typeface="Arial Black"/>
              </a:rPr>
              <a:t>LABGL)</a:t>
            </a:r>
            <a:endParaRPr sz="550">
              <a:latin typeface="Arial Black"/>
              <a:cs typeface="Arial Black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51336" y="3141751"/>
            <a:ext cx="1073150" cy="231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</a:pPr>
            <a:r>
              <a:rPr dirty="0" sz="500" spc="10">
                <a:solidFill>
                  <a:srgbClr val="161616"/>
                </a:solidFill>
                <a:latin typeface="Times New Roman"/>
                <a:cs typeface="Times New Roman"/>
              </a:rPr>
              <a:t>M&lt;TEeIAL:</a:t>
            </a:r>
            <a:r>
              <a:rPr dirty="0" sz="500" spc="245">
                <a:solidFill>
                  <a:srgbClr val="161616"/>
                </a:solidFill>
                <a:latin typeface="Times New Roman"/>
                <a:cs typeface="Times New Roman"/>
              </a:rPr>
              <a:t>  </a:t>
            </a:r>
            <a:r>
              <a:rPr dirty="0" sz="500" spc="10">
                <a:latin typeface="Times New Roman"/>
                <a:cs typeface="Times New Roman"/>
              </a:rPr>
              <a:t>WOVGN</a:t>
            </a:r>
            <a:r>
              <a:rPr dirty="0" sz="500" spc="155">
                <a:latin typeface="Times New Roman"/>
                <a:cs typeface="Times New Roman"/>
              </a:rPr>
              <a:t> </a:t>
            </a:r>
            <a:r>
              <a:rPr dirty="0" sz="500" spc="10">
                <a:solidFill>
                  <a:srgbClr val="212121"/>
                </a:solidFill>
                <a:latin typeface="Times New Roman"/>
                <a:cs typeface="Times New Roman"/>
              </a:rPr>
              <a:t>E'AMAS</a:t>
            </a:r>
            <a:r>
              <a:rPr dirty="0" sz="500" spc="-3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500" spc="-50">
                <a:latin typeface="Times New Roman"/>
                <a:cs typeface="Times New Roman"/>
              </a:rPr>
              <a:t>K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450">
                <a:latin typeface="Times New Roman"/>
                <a:cs typeface="Times New Roman"/>
              </a:rPr>
              <a:t>cOLOR:</a:t>
            </a:r>
            <a:r>
              <a:rPr dirty="0" sz="450" spc="360">
                <a:latin typeface="Times New Roman"/>
                <a:cs typeface="Times New Roman"/>
              </a:rPr>
              <a:t>  </a:t>
            </a:r>
            <a:r>
              <a:rPr dirty="0" sz="450" spc="80">
                <a:solidFill>
                  <a:srgbClr val="111111"/>
                </a:solidFill>
                <a:latin typeface="Times New Roman"/>
                <a:cs typeface="Times New Roman"/>
              </a:rPr>
              <a:t>BLAc&lt;</a:t>
            </a:r>
            <a:r>
              <a:rPr dirty="0" sz="4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450">
                <a:solidFill>
                  <a:srgbClr val="525252"/>
                </a:solidFill>
                <a:latin typeface="Times New Roman"/>
                <a:cs typeface="Times New Roman"/>
              </a:rPr>
              <a:t>/</a:t>
            </a:r>
            <a:r>
              <a:rPr dirty="0" sz="450" spc="120">
                <a:solidFill>
                  <a:srgbClr val="525252"/>
                </a:solidFill>
                <a:latin typeface="Times New Roman"/>
                <a:cs typeface="Times New Roman"/>
              </a:rPr>
              <a:t> </a:t>
            </a:r>
            <a:r>
              <a:rPr dirty="0" sz="450" spc="65">
                <a:solidFill>
                  <a:srgbClr val="131313"/>
                </a:solidFill>
                <a:latin typeface="Times New Roman"/>
                <a:cs typeface="Times New Roman"/>
              </a:rPr>
              <a:t>WH</a:t>
            </a:r>
            <a:r>
              <a:rPr dirty="0" sz="450" spc="-1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450">
                <a:solidFill>
                  <a:srgbClr val="0C0C0C"/>
                </a:solidFill>
                <a:latin typeface="Times New Roman"/>
                <a:cs typeface="Times New Roman"/>
              </a:rPr>
              <a:t>IWE</a:t>
            </a:r>
            <a:r>
              <a:rPr dirty="0" sz="450" spc="1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450">
                <a:solidFill>
                  <a:srgbClr val="383838"/>
                </a:solidFill>
                <a:latin typeface="Times New Roman"/>
                <a:cs typeface="Times New Roman"/>
              </a:rPr>
              <a:t>/</a:t>
            </a:r>
            <a:r>
              <a:rPr dirty="0" sz="450" spc="17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450" spc="-25">
                <a:solidFill>
                  <a:srgbClr val="1F1F1F"/>
                </a:solidFill>
                <a:latin typeface="Times New Roman"/>
                <a:cs typeface="Times New Roman"/>
              </a:rPr>
              <a:t>RED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64242" y="4449903"/>
            <a:ext cx="1133475" cy="29210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600">
                <a:solidFill>
                  <a:srgbClr val="232323"/>
                </a:solidFill>
                <a:latin typeface="Times New Roman"/>
                <a:cs typeface="Times New Roman"/>
              </a:rPr>
              <a:t>size:</a:t>
            </a:r>
            <a:r>
              <a:rPr dirty="0" sz="600" spc="215">
                <a:solidFill>
                  <a:srgbClr val="232323"/>
                </a:solidFill>
                <a:latin typeface="Times New Roman"/>
                <a:cs typeface="Times New Roman"/>
              </a:rPr>
              <a:t>  </a:t>
            </a:r>
            <a:r>
              <a:rPr dirty="0" sz="600">
                <a:solidFill>
                  <a:srgbClr val="464646"/>
                </a:solidFill>
                <a:latin typeface="Times New Roman"/>
                <a:cs typeface="Times New Roman"/>
              </a:rPr>
              <a:t>s</a:t>
            </a:r>
            <a:r>
              <a:rPr dirty="0" sz="600" spc="95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cra</a:t>
            </a:r>
            <a:r>
              <a:rPr dirty="0" sz="600" spc="195"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lw›</a:t>
            </a:r>
            <a:r>
              <a:rPr dirty="0" sz="600" spc="80"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161616"/>
                </a:solidFill>
                <a:latin typeface="Times New Roman"/>
                <a:cs typeface="Times New Roman"/>
              </a:rPr>
              <a:t>x</a:t>
            </a:r>
            <a:r>
              <a:rPr dirty="0" sz="600" spc="11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0F0F0F"/>
                </a:solidFill>
                <a:latin typeface="Times New Roman"/>
                <a:cs typeface="Times New Roman"/>
              </a:rPr>
              <a:t>4</a:t>
            </a:r>
            <a:r>
              <a:rPr dirty="0" sz="60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424242"/>
                </a:solidFill>
                <a:latin typeface="Times New Roman"/>
                <a:cs typeface="Times New Roman"/>
              </a:rPr>
              <a:t>cv</a:t>
            </a:r>
            <a:r>
              <a:rPr dirty="0" sz="600" spc="43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dirty="0" sz="600" spc="-25">
                <a:solidFill>
                  <a:srgbClr val="282828"/>
                </a:solidFill>
                <a:latin typeface="Times New Roman"/>
                <a:cs typeface="Times New Roman"/>
              </a:rPr>
              <a:t>lHl</a:t>
            </a:r>
            <a:endParaRPr sz="6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370"/>
              </a:spcBef>
            </a:pPr>
            <a:r>
              <a:rPr dirty="0" sz="450">
                <a:latin typeface="Times New Roman"/>
                <a:cs typeface="Times New Roman"/>
              </a:rPr>
              <a:t>MAT</a:t>
            </a:r>
            <a:r>
              <a:rPr dirty="0" sz="450" spc="25">
                <a:latin typeface="Times New Roman"/>
                <a:cs typeface="Times New Roman"/>
              </a:rPr>
              <a:t> </a:t>
            </a:r>
            <a:r>
              <a:rPr dirty="0" sz="450">
                <a:solidFill>
                  <a:srgbClr val="1F1F1F"/>
                </a:solidFill>
                <a:latin typeface="Times New Roman"/>
                <a:cs typeface="Times New Roman"/>
              </a:rPr>
              <a:t>EnIAL:</a:t>
            </a:r>
            <a:r>
              <a:rPr dirty="0" sz="450" spc="305">
                <a:solidFill>
                  <a:srgbClr val="1F1F1F"/>
                </a:solidFill>
                <a:latin typeface="Times New Roman"/>
                <a:cs typeface="Times New Roman"/>
              </a:rPr>
              <a:t>  </a:t>
            </a:r>
            <a:r>
              <a:rPr dirty="0" sz="450" spc="50">
                <a:solidFill>
                  <a:srgbClr val="1F1F1F"/>
                </a:solidFill>
                <a:latin typeface="Times New Roman"/>
                <a:cs typeface="Times New Roman"/>
              </a:rPr>
              <a:t>ART</a:t>
            </a:r>
            <a:r>
              <a:rPr dirty="0" sz="450" spc="2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450">
                <a:solidFill>
                  <a:srgbClr val="0E0E0E"/>
                </a:solidFill>
                <a:latin typeface="Times New Roman"/>
                <a:cs typeface="Times New Roman"/>
              </a:rPr>
              <a:t>PAPEQ</a:t>
            </a:r>
            <a:r>
              <a:rPr dirty="0" sz="450" spc="229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450">
                <a:solidFill>
                  <a:srgbClr val="181818"/>
                </a:solidFill>
                <a:latin typeface="Times New Roman"/>
                <a:cs typeface="Times New Roman"/>
              </a:rPr>
              <a:t>9TICK</a:t>
            </a:r>
            <a:r>
              <a:rPr dirty="0" sz="450" spc="5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Times New Roman"/>
                <a:cs typeface="Times New Roman"/>
              </a:rPr>
              <a:t>ER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246873" y="1307524"/>
            <a:ext cx="894715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latin typeface="Arial Black"/>
                <a:cs typeface="Arial Black"/>
              </a:rPr>
              <a:t>B.</a:t>
            </a:r>
            <a:r>
              <a:rPr dirty="0" sz="550" spc="45">
                <a:latin typeface="Arial Black"/>
                <a:cs typeface="Arial Black"/>
              </a:rPr>
              <a:t> </a:t>
            </a:r>
            <a:r>
              <a:rPr dirty="0" sz="550">
                <a:latin typeface="Arial Black"/>
                <a:cs typeface="Arial Black"/>
              </a:rPr>
              <a:t>WABH</a:t>
            </a:r>
            <a:r>
              <a:rPr dirty="0" sz="550" spc="-30">
                <a:latin typeface="Arial Black"/>
                <a:cs typeface="Arial Black"/>
              </a:rPr>
              <a:t> </a:t>
            </a:r>
            <a:r>
              <a:rPr dirty="0" sz="550">
                <a:latin typeface="Arial Black"/>
                <a:cs typeface="Arial Black"/>
              </a:rPr>
              <a:t>BARG</a:t>
            </a:r>
            <a:r>
              <a:rPr dirty="0" sz="550" spc="30">
                <a:latin typeface="Arial Black"/>
                <a:cs typeface="Arial Black"/>
              </a:rPr>
              <a:t> </a:t>
            </a:r>
            <a:r>
              <a:rPr dirty="0" sz="550" spc="-10">
                <a:latin typeface="Arial Black"/>
                <a:cs typeface="Arial Black"/>
              </a:rPr>
              <a:t>LABEL</a:t>
            </a:r>
            <a:endParaRPr sz="550">
              <a:latin typeface="Arial Black"/>
              <a:cs typeface="Arial Black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070320" y="3115635"/>
            <a:ext cx="892810" cy="26162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45"/>
              </a:spcBef>
            </a:pPr>
            <a:r>
              <a:rPr dirty="0" sz="500">
                <a:solidFill>
                  <a:srgbClr val="1D1D1D"/>
                </a:solidFill>
                <a:latin typeface="Times New Roman"/>
                <a:cs typeface="Times New Roman"/>
              </a:rPr>
              <a:t>MATERIAL:</a:t>
            </a:r>
            <a:r>
              <a:rPr dirty="0" sz="500" spc="44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131313"/>
                </a:solidFill>
                <a:latin typeface="Times New Roman"/>
                <a:cs typeface="Times New Roman"/>
              </a:rPr>
              <a:t>GATIN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600">
                <a:solidFill>
                  <a:srgbClr val="0F0F0F"/>
                </a:solidFill>
                <a:latin typeface="Times New Roman"/>
                <a:cs typeface="Times New Roman"/>
              </a:rPr>
              <a:t>coLoR:</a:t>
            </a:r>
            <a:r>
              <a:rPr dirty="0" sz="600" spc="254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600" spc="-30">
                <a:latin typeface="Times New Roman"/>
                <a:cs typeface="Times New Roman"/>
              </a:rPr>
              <a:t>wI-</a:t>
            </a:r>
            <a:r>
              <a:rPr dirty="0" sz="600" spc="-10">
                <a:latin typeface="Times New Roman"/>
                <a:cs typeface="Times New Roman"/>
              </a:rPr>
              <a:t>iiTE</a:t>
            </a:r>
            <a:r>
              <a:rPr dirty="0" sz="600" spc="70"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676767"/>
                </a:solidFill>
                <a:latin typeface="Times New Roman"/>
                <a:cs typeface="Times New Roman"/>
              </a:rPr>
              <a:t>/</a:t>
            </a:r>
            <a:r>
              <a:rPr dirty="0" sz="600" spc="25">
                <a:solidFill>
                  <a:srgbClr val="676767"/>
                </a:solidFill>
                <a:latin typeface="Times New Roman"/>
                <a:cs typeface="Times New Roman"/>
              </a:rPr>
              <a:t> </a:t>
            </a:r>
            <a:r>
              <a:rPr dirty="0" sz="600" spc="-10">
                <a:solidFill>
                  <a:srgbClr val="1F1F1F"/>
                </a:solidFill>
                <a:latin typeface="Times New Roman"/>
                <a:cs typeface="Times New Roman"/>
              </a:rPr>
              <a:t>aLAcx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279030" y="4479150"/>
            <a:ext cx="1104900" cy="2235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>
                <a:latin typeface="Times New Roman"/>
                <a:cs typeface="Times New Roman"/>
              </a:rPr>
              <a:t>eeuz</a:t>
            </a:r>
            <a:r>
              <a:rPr dirty="0" sz="650" spc="420">
                <a:latin typeface="Times New Roman"/>
                <a:cs typeface="Times New Roman"/>
              </a:rPr>
              <a:t> </a:t>
            </a:r>
            <a:r>
              <a:rPr dirty="0" sz="650">
                <a:solidFill>
                  <a:srgbClr val="3D3D3D"/>
                </a:solidFill>
                <a:latin typeface="Times New Roman"/>
                <a:cs typeface="Times New Roman"/>
              </a:rPr>
              <a:t>sec:</a:t>
            </a:r>
            <a:r>
              <a:rPr dirty="0" sz="650" spc="225">
                <a:solidFill>
                  <a:srgbClr val="3D3D3D"/>
                </a:solidFill>
                <a:latin typeface="Times New Roman"/>
                <a:cs typeface="Times New Roman"/>
              </a:rPr>
              <a:t>  </a:t>
            </a:r>
            <a:r>
              <a:rPr dirty="0" sz="650" spc="-105">
                <a:latin typeface="Times New Roman"/>
                <a:cs typeface="Times New Roman"/>
              </a:rPr>
              <a:t>HEAT</a:t>
            </a:r>
            <a:r>
              <a:rPr dirty="0" sz="650" spc="75">
                <a:latin typeface="Times New Roman"/>
                <a:cs typeface="Times New Roman"/>
              </a:rPr>
              <a:t> </a:t>
            </a:r>
            <a:r>
              <a:rPr dirty="0" sz="650" spc="-10">
                <a:latin typeface="Times New Roman"/>
                <a:cs typeface="Times New Roman"/>
              </a:rPr>
              <a:t>TRAHerER</a:t>
            </a:r>
            <a:endParaRPr sz="6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70"/>
              </a:spcBef>
              <a:tabLst>
                <a:tab pos="467995" algn="l"/>
              </a:tabLst>
            </a:pPr>
            <a:r>
              <a:rPr dirty="0" sz="550" spc="-10">
                <a:latin typeface="Times New Roman"/>
                <a:cs typeface="Times New Roman"/>
              </a:rPr>
              <a:t>cocAzioN:</a:t>
            </a:r>
            <a:r>
              <a:rPr dirty="0" sz="550">
                <a:latin typeface="Times New Roman"/>
                <a:cs typeface="Times New Roman"/>
              </a:rPr>
              <a:t>	</a:t>
            </a:r>
            <a:r>
              <a:rPr dirty="0" sz="550" spc="-20">
                <a:solidFill>
                  <a:srgbClr val="0E0E0E"/>
                </a:solidFill>
                <a:latin typeface="Times New Roman"/>
                <a:cs typeface="Times New Roman"/>
              </a:rPr>
              <a:t>IHNER</a:t>
            </a:r>
            <a:r>
              <a:rPr dirty="0" sz="550" spc="2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550" spc="-10">
                <a:latin typeface="Times New Roman"/>
                <a:cs typeface="Times New Roman"/>
              </a:rPr>
              <a:t>BACK</a:t>
            </a:r>
            <a:r>
              <a:rPr dirty="0" sz="550" spc="60">
                <a:latin typeface="Times New Roman"/>
                <a:cs typeface="Times New Roman"/>
              </a:rPr>
              <a:t> </a:t>
            </a:r>
            <a:r>
              <a:rPr dirty="0" sz="550" spc="-20">
                <a:latin typeface="Times New Roman"/>
                <a:cs typeface="Times New Roman"/>
              </a:rPr>
              <a:t>HECK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488928" y="859485"/>
            <a:ext cx="499745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0F0F0F"/>
                </a:solidFill>
                <a:latin typeface="Times New Roman"/>
                <a:cs typeface="Times New Roman"/>
              </a:rPr>
              <a:t>ALL</a:t>
            </a:r>
            <a:r>
              <a:rPr dirty="0" sz="5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550" spc="-10">
                <a:latin typeface="Times New Roman"/>
                <a:cs typeface="Times New Roman"/>
              </a:rPr>
              <a:t>SEASON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695988" y="1307524"/>
            <a:ext cx="1120775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10">
                <a:latin typeface="Times New Roman"/>
                <a:cs typeface="Times New Roman"/>
              </a:rPr>
              <a:t>C.</a:t>
            </a:r>
            <a:r>
              <a:rPr dirty="0" sz="550" spc="204">
                <a:latin typeface="Times New Roman"/>
                <a:cs typeface="Times New Roman"/>
              </a:rPr>
              <a:t> </a:t>
            </a:r>
            <a:r>
              <a:rPr dirty="0" sz="550" spc="50">
                <a:latin typeface="Times New Roman"/>
                <a:cs typeface="Times New Roman"/>
              </a:rPr>
              <a:t>SIZE</a:t>
            </a:r>
            <a:r>
              <a:rPr dirty="0" sz="550" spc="165">
                <a:latin typeface="Times New Roman"/>
                <a:cs typeface="Times New Roman"/>
              </a:rPr>
              <a:t> </a:t>
            </a:r>
            <a:r>
              <a:rPr dirty="0" sz="550" spc="10">
                <a:latin typeface="Times New Roman"/>
                <a:cs typeface="Times New Roman"/>
              </a:rPr>
              <a:t>LABEL</a:t>
            </a:r>
            <a:r>
              <a:rPr dirty="0" sz="550" spc="95">
                <a:latin typeface="Times New Roman"/>
                <a:cs typeface="Times New Roman"/>
              </a:rPr>
              <a:t> </a:t>
            </a:r>
            <a:r>
              <a:rPr dirty="0" sz="550" spc="10">
                <a:latin typeface="Times New Roman"/>
                <a:cs typeface="Times New Roman"/>
              </a:rPr>
              <a:t>SLOOP</a:t>
            </a:r>
            <a:r>
              <a:rPr dirty="0" sz="550" spc="185">
                <a:latin typeface="Times New Roman"/>
                <a:cs typeface="Times New Roman"/>
              </a:rPr>
              <a:t> </a:t>
            </a:r>
            <a:r>
              <a:rPr dirty="0" sz="550" spc="-10">
                <a:latin typeface="Times New Roman"/>
                <a:cs typeface="Times New Roman"/>
              </a:rPr>
              <a:t>POLD)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556555" y="3100930"/>
            <a:ext cx="1036319" cy="2768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3495" marR="5080" indent="-11430">
              <a:lnSpc>
                <a:spcPct val="137200"/>
              </a:lnSpc>
              <a:spcBef>
                <a:spcPts val="90"/>
              </a:spcBef>
            </a:pPr>
            <a:r>
              <a:rPr dirty="0" sz="600" spc="-40">
                <a:solidFill>
                  <a:srgbClr val="232323"/>
                </a:solidFill>
                <a:latin typeface="Courier New"/>
                <a:cs typeface="Courier New"/>
              </a:rPr>
              <a:t>|wATERAL:</a:t>
            </a:r>
            <a:r>
              <a:rPr dirty="0" sz="600" spc="95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0E0E0E"/>
                </a:solidFill>
                <a:latin typeface="Courier New"/>
                <a:cs typeface="Courier New"/>
              </a:rPr>
              <a:t>WOVEHOAWASK </a:t>
            </a:r>
            <a:r>
              <a:rPr dirty="0" sz="600">
                <a:solidFill>
                  <a:srgbClr val="232323"/>
                </a:solidFill>
                <a:latin typeface="Courier New"/>
                <a:cs typeface="Courier New"/>
              </a:rPr>
              <a:t>oOLOB</a:t>
            </a:r>
            <a:r>
              <a:rPr dirty="0" sz="600" spc="70">
                <a:solidFill>
                  <a:srgbClr val="232323"/>
                </a:solidFill>
                <a:latin typeface="Courier New"/>
                <a:cs typeface="Courier New"/>
              </a:rPr>
              <a:t>  </a:t>
            </a:r>
            <a:r>
              <a:rPr dirty="0" sz="600" spc="-10">
                <a:latin typeface="Courier New"/>
                <a:cs typeface="Courier New"/>
              </a:rPr>
              <a:t>BLACK;WHTE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994278" y="476908"/>
            <a:ext cx="13970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25">
                <a:latin typeface="Times New Roman"/>
                <a:cs typeface="Times New Roman"/>
              </a:rPr>
              <a:t>FIT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837127" y="112999"/>
            <a:ext cx="455930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45">
                <a:latin typeface="Times New Roman"/>
                <a:cs typeface="Times New Roman"/>
              </a:rPr>
              <a:t>MENSWEAR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830239" y="674544"/>
            <a:ext cx="580390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>
                <a:solidFill>
                  <a:srgbClr val="1F1F1F"/>
                </a:solidFill>
                <a:latin typeface="Times New Roman"/>
                <a:cs typeface="Times New Roman"/>
              </a:rPr>
              <a:t>100</a:t>
            </a:r>
            <a:r>
              <a:rPr dirty="0" sz="500" spc="19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232323"/>
                </a:solidFill>
                <a:latin typeface="Times New Roman"/>
                <a:cs typeface="Times New Roman"/>
              </a:rPr>
              <a:t>%</a:t>
            </a:r>
            <a:r>
              <a:rPr dirty="0" sz="500" spc="21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500" spc="65">
                <a:latin typeface="Times New Roman"/>
                <a:cs typeface="Times New Roman"/>
              </a:rPr>
              <a:t>COTTON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990038" y="859485"/>
            <a:ext cx="649605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latin typeface="Arial Black"/>
                <a:cs typeface="Arial Black"/>
              </a:rPr>
              <a:t>FABRIC</a:t>
            </a:r>
            <a:r>
              <a:rPr dirty="0" sz="550" spc="-45">
                <a:latin typeface="Arial Black"/>
                <a:cs typeface="Arial Black"/>
              </a:rPr>
              <a:t> </a:t>
            </a:r>
            <a:r>
              <a:rPr dirty="0" sz="550" spc="-10">
                <a:latin typeface="Arial Black"/>
                <a:cs typeface="Arial Black"/>
              </a:rPr>
              <a:t>WEIGMT</a:t>
            </a:r>
            <a:endParaRPr sz="550">
              <a:latin typeface="Arial Black"/>
              <a:cs typeface="Arial Black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832172" y="859485"/>
            <a:ext cx="355600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313131"/>
                </a:solidFill>
                <a:latin typeface="Arial Black"/>
                <a:cs typeface="Arial Black"/>
              </a:rPr>
              <a:t>180</a:t>
            </a:r>
            <a:r>
              <a:rPr dirty="0" sz="550" spc="-40">
                <a:solidFill>
                  <a:srgbClr val="313131"/>
                </a:solidFill>
                <a:latin typeface="Arial Black"/>
                <a:cs typeface="Arial Black"/>
              </a:rPr>
              <a:t> </a:t>
            </a:r>
            <a:r>
              <a:rPr dirty="0" sz="550" spc="-25">
                <a:solidFill>
                  <a:srgbClr val="1F1F1F"/>
                </a:solidFill>
                <a:latin typeface="Arial Black"/>
                <a:cs typeface="Arial Black"/>
              </a:rPr>
              <a:t>GSM</a:t>
            </a:r>
            <a:endParaRPr sz="550">
              <a:latin typeface="Arial Black"/>
              <a:cs typeface="Arial Black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394792" y="2996885"/>
            <a:ext cx="1128395" cy="28257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500"/>
              </a:spcBef>
            </a:pPr>
            <a:r>
              <a:rPr dirty="0" sz="500" spc="50">
                <a:latin typeface="Times New Roman"/>
                <a:cs typeface="Times New Roman"/>
              </a:rPr>
              <a:t>eizc:</a:t>
            </a:r>
            <a:r>
              <a:rPr dirty="0" sz="500" spc="340">
                <a:latin typeface="Times New Roman"/>
                <a:cs typeface="Times New Roman"/>
              </a:rPr>
              <a:t>  </a:t>
            </a:r>
            <a:r>
              <a:rPr dirty="0" sz="500" spc="65">
                <a:solidFill>
                  <a:srgbClr val="464646"/>
                </a:solidFill>
                <a:latin typeface="Times New Roman"/>
                <a:cs typeface="Times New Roman"/>
              </a:rPr>
              <a:t>e</a:t>
            </a:r>
            <a:r>
              <a:rPr dirty="0" sz="500" spc="8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clot</a:t>
            </a:r>
            <a:r>
              <a:rPr dirty="0" sz="500" spc="150"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1F1F1F"/>
                </a:solidFill>
                <a:latin typeface="Times New Roman"/>
                <a:cs typeface="Times New Roman"/>
              </a:rPr>
              <a:t>to}</a:t>
            </a:r>
            <a:r>
              <a:rPr dirty="0" sz="500" spc="2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500" spc="-40">
                <a:solidFill>
                  <a:srgbClr val="131313"/>
                </a:solidFill>
                <a:latin typeface="Times New Roman"/>
                <a:cs typeface="Times New Roman"/>
              </a:rPr>
              <a:t>X</a:t>
            </a:r>
            <a:r>
              <a:rPr dirty="0" sz="500" spc="1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151515"/>
                </a:solidFill>
                <a:latin typeface="Times New Roman"/>
                <a:cs typeface="Times New Roman"/>
              </a:rPr>
              <a:t>14</a:t>
            </a:r>
            <a:r>
              <a:rPr dirty="0" sz="500" spc="31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161616"/>
                </a:solidFill>
                <a:latin typeface="Times New Roman"/>
                <a:cs typeface="Times New Roman"/>
              </a:rPr>
              <a:t>CM</a:t>
            </a:r>
            <a:r>
              <a:rPr dirty="0" sz="500" spc="5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2F2F2F"/>
                </a:solidFill>
                <a:latin typeface="Times New Roman"/>
                <a:cs typeface="Times New Roman"/>
              </a:rPr>
              <a:t>{H}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500">
                <a:solidFill>
                  <a:srgbClr val="161616"/>
                </a:solidFill>
                <a:latin typeface="Courier New"/>
                <a:cs typeface="Courier New"/>
              </a:rPr>
              <a:t>faATENAL:</a:t>
            </a:r>
            <a:r>
              <a:rPr dirty="0" sz="500" spc="290">
                <a:solidFill>
                  <a:srgbClr val="161616"/>
                </a:solidFill>
                <a:latin typeface="Courier New"/>
                <a:cs typeface="Courier New"/>
              </a:rPr>
              <a:t> </a:t>
            </a:r>
            <a:r>
              <a:rPr dirty="0" sz="500" spc="105">
                <a:solidFill>
                  <a:srgbClr val="0E0E0E"/>
                </a:solidFill>
                <a:latin typeface="Courier New"/>
                <a:cs typeface="Courier New"/>
              </a:rPr>
              <a:t>GOOQSVARl</a:t>
            </a:r>
            <a:r>
              <a:rPr dirty="0" sz="500" spc="-160">
                <a:solidFill>
                  <a:srgbClr val="0E0E0E"/>
                </a:solidFill>
                <a:latin typeface="Courier New"/>
                <a:cs typeface="Courier New"/>
              </a:rPr>
              <a:t> </a:t>
            </a:r>
            <a:r>
              <a:rPr dirty="0" sz="500" spc="60">
                <a:solidFill>
                  <a:srgbClr val="0F0F0F"/>
                </a:solidFill>
                <a:latin typeface="Courier New"/>
                <a:cs typeface="Courier New"/>
              </a:rPr>
              <a:t>CARO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31544" y="4885622"/>
            <a:ext cx="395732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>
                <a:latin typeface="Times New Roman"/>
                <a:cs typeface="Times New Roman"/>
              </a:rPr>
              <a:t>t'4OTES:</a:t>
            </a:r>
            <a:r>
              <a:rPr dirty="0" sz="600" spc="270">
                <a:latin typeface="Times New Roman"/>
                <a:cs typeface="Times New Roman"/>
              </a:rPr>
              <a:t>  </a:t>
            </a:r>
            <a:r>
              <a:rPr dirty="0" sz="600">
                <a:solidFill>
                  <a:srgbClr val="0E0E0E"/>
                </a:solidFill>
                <a:latin typeface="Times New Roman"/>
                <a:cs typeface="Times New Roman"/>
              </a:rPr>
              <a:t>•</a:t>
            </a:r>
            <a:r>
              <a:rPr dirty="0" sz="600" spc="12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600" spc="-75">
                <a:solidFill>
                  <a:srgbClr val="575757"/>
                </a:solidFill>
                <a:latin typeface="Times New Roman"/>
                <a:cs typeface="Times New Roman"/>
              </a:rPr>
              <a:t>Ail</a:t>
            </a:r>
            <a:r>
              <a:rPr dirty="0" sz="600" spc="11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dirty="0" sz="600" spc="-40">
                <a:solidFill>
                  <a:srgbClr val="4B4B4B"/>
                </a:solidFill>
                <a:latin typeface="Times New Roman"/>
                <a:cs typeface="Times New Roman"/>
              </a:rPr>
              <a:t>tr:rn</a:t>
            </a:r>
            <a:r>
              <a:rPr dirty="0" sz="600" spc="-5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464646"/>
                </a:solidFill>
                <a:latin typeface="Times New Roman"/>
                <a:cs typeface="Times New Roman"/>
              </a:rPr>
              <a:t>s</a:t>
            </a:r>
            <a:r>
              <a:rPr dirty="0" sz="600" spc="3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600" spc="-110">
                <a:solidFill>
                  <a:srgbClr val="3F3F3F"/>
                </a:solidFill>
                <a:latin typeface="Times New Roman"/>
                <a:cs typeface="Times New Roman"/>
              </a:rPr>
              <a:t>A</a:t>
            </a:r>
            <a:r>
              <a:rPr dirty="0" sz="600" spc="4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3D3D3D"/>
                </a:solidFill>
                <a:latin typeface="Times New Roman"/>
                <a:cs typeface="Times New Roman"/>
              </a:rPr>
              <a:t>iabeis</a:t>
            </a:r>
            <a:r>
              <a:rPr dirty="0" sz="600" spc="25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343434"/>
                </a:solidFill>
                <a:latin typeface="Times New Roman"/>
                <a:cs typeface="Times New Roman"/>
              </a:rPr>
              <a:t>should</a:t>
            </a:r>
            <a:r>
              <a:rPr dirty="0" sz="600" spc="85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494949"/>
                </a:solidFill>
                <a:latin typeface="Times New Roman"/>
                <a:cs typeface="Times New Roman"/>
              </a:rPr>
              <a:t>match</a:t>
            </a:r>
            <a:r>
              <a:rPr dirty="0" sz="600" spc="85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363636"/>
                </a:solidFill>
                <a:latin typeface="Times New Roman"/>
                <a:cs typeface="Times New Roman"/>
              </a:rPr>
              <a:t>tne</a:t>
            </a:r>
            <a:r>
              <a:rPr dirty="0" sz="600" spc="10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3A3A3A"/>
                </a:solidFill>
                <a:latin typeface="Times New Roman"/>
                <a:cs typeface="Times New Roman"/>
              </a:rPr>
              <a:t>provided</a:t>
            </a:r>
            <a:r>
              <a:rPr dirty="0" sz="600" spc="90">
                <a:solidFill>
                  <a:srgbClr val="3A3A3A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2A2A2A"/>
                </a:solidFill>
                <a:latin typeface="Times New Roman"/>
                <a:cs typeface="Times New Roman"/>
              </a:rPr>
              <a:t>epeclficatlorts.</a:t>
            </a:r>
            <a:r>
              <a:rPr dirty="0" sz="600" spc="335">
                <a:solidFill>
                  <a:srgbClr val="2A2A2A"/>
                </a:solidFill>
                <a:latin typeface="Times New Roman"/>
                <a:cs typeface="Times New Roman"/>
              </a:rPr>
              <a:t>  </a:t>
            </a:r>
            <a:r>
              <a:rPr dirty="0" sz="600">
                <a:solidFill>
                  <a:srgbClr val="181818"/>
                </a:solidFill>
                <a:latin typeface="Times New Roman"/>
                <a:cs typeface="Times New Roman"/>
              </a:rPr>
              <a:t>•</a:t>
            </a:r>
            <a:r>
              <a:rPr dirty="0" sz="600" spc="8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707070"/>
                </a:solidFill>
                <a:latin typeface="Times New Roman"/>
                <a:cs typeface="Times New Roman"/>
              </a:rPr>
              <a:t>n</a:t>
            </a:r>
            <a:r>
              <a:rPr dirty="0" sz="600">
                <a:solidFill>
                  <a:srgbClr val="464646"/>
                </a:solidFill>
                <a:latin typeface="Times New Roman"/>
                <a:cs typeface="Times New Roman"/>
              </a:rPr>
              <a:t>lacemo</a:t>
            </a:r>
            <a:r>
              <a:rPr dirty="0" sz="600" spc="-4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282828"/>
                </a:solidFill>
                <a:latin typeface="Times New Roman"/>
                <a:cs typeface="Times New Roman"/>
              </a:rPr>
              <a:t>nt</a:t>
            </a:r>
            <a:r>
              <a:rPr dirty="0" sz="600" spc="4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600" spc="-120">
                <a:solidFill>
                  <a:srgbClr val="5D5D5D"/>
                </a:solidFill>
                <a:latin typeface="Times New Roman"/>
                <a:cs typeface="Times New Roman"/>
              </a:rPr>
              <a:t>&amp;</a:t>
            </a:r>
            <a:r>
              <a:rPr dirty="0" sz="600" spc="75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424242"/>
                </a:solidFill>
                <a:latin typeface="Times New Roman"/>
                <a:cs typeface="Times New Roman"/>
              </a:rPr>
              <a:t>size</a:t>
            </a:r>
            <a:r>
              <a:rPr dirty="0" sz="600" spc="105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dirty="0" sz="600" spc="-10">
                <a:solidFill>
                  <a:srgbClr val="676767"/>
                </a:solidFill>
                <a:latin typeface="Times New Roman"/>
                <a:cs typeface="Times New Roman"/>
              </a:rPr>
              <a:t>mv</a:t>
            </a:r>
            <a:r>
              <a:rPr dirty="0" sz="600" spc="-75">
                <a:solidFill>
                  <a:srgbClr val="676767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646464"/>
                </a:solidFill>
                <a:latin typeface="Times New Roman"/>
                <a:cs typeface="Times New Roman"/>
              </a:rPr>
              <a:t>st</a:t>
            </a:r>
            <a:r>
              <a:rPr dirty="0" sz="600" spc="114">
                <a:solidFill>
                  <a:srgbClr val="646464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494949"/>
                </a:solidFill>
                <a:latin typeface="Times New Roman"/>
                <a:cs typeface="Times New Roman"/>
              </a:rPr>
              <a:t>ne</a:t>
            </a:r>
            <a:r>
              <a:rPr dirty="0" sz="600" spc="7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2F2F2F"/>
                </a:solidFill>
                <a:latin typeface="Times New Roman"/>
                <a:cs typeface="Times New Roman"/>
              </a:rPr>
              <a:t>a</a:t>
            </a:r>
            <a:r>
              <a:rPr dirty="0" sz="600">
                <a:solidFill>
                  <a:srgbClr val="676767"/>
                </a:solidFill>
                <a:latin typeface="Times New Roman"/>
                <a:cs typeface="Times New Roman"/>
              </a:rPr>
              <a:t>e</a:t>
            </a:r>
            <a:r>
              <a:rPr dirty="0" sz="600" spc="95">
                <a:solidFill>
                  <a:srgbClr val="676767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383838"/>
                </a:solidFill>
                <a:latin typeface="Times New Roman"/>
                <a:cs typeface="Times New Roman"/>
              </a:rPr>
              <a:t>per</a:t>
            </a:r>
            <a:r>
              <a:rPr dirty="0" sz="600" spc="75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313131"/>
                </a:solidFill>
                <a:latin typeface="Times New Roman"/>
                <a:cs typeface="Times New Roman"/>
              </a:rPr>
              <a:t>tech</a:t>
            </a:r>
            <a:r>
              <a:rPr dirty="0" sz="600" spc="12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363636"/>
                </a:solidFill>
                <a:latin typeface="Times New Roman"/>
                <a:cs typeface="Times New Roman"/>
              </a:rPr>
              <a:t>pa</a:t>
            </a:r>
            <a:r>
              <a:rPr dirty="0" sz="600" spc="-65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dirty="0" sz="600" spc="-25">
                <a:solidFill>
                  <a:srgbClr val="5E5E5E"/>
                </a:solidFill>
                <a:latin typeface="Times New Roman"/>
                <a:cs typeface="Times New Roman"/>
              </a:rPr>
              <a:t>ct.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423392" y="4885622"/>
            <a:ext cx="1742439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7310" indent="-54610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Char char="•"/>
              <a:tabLst>
                <a:tab pos="67310" algn="l"/>
              </a:tabLst>
            </a:pPr>
            <a:r>
              <a:rPr dirty="0" sz="600">
                <a:solidFill>
                  <a:srgbClr val="595959"/>
                </a:solidFill>
                <a:latin typeface="Times New Roman"/>
                <a:cs typeface="Times New Roman"/>
              </a:rPr>
              <a:t>flee</a:t>
            </a:r>
            <a:r>
              <a:rPr dirty="0" sz="600" spc="5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444444"/>
                </a:solidFill>
                <a:latin typeface="Times New Roman"/>
                <a:cs typeface="Times New Roman"/>
              </a:rPr>
              <a:t>oniy</a:t>
            </a:r>
            <a:r>
              <a:rPr dirty="0" sz="600" spc="25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3B3B3B"/>
                </a:solidFill>
                <a:latin typeface="Times New Roman"/>
                <a:cs typeface="Times New Roman"/>
              </a:rPr>
              <a:t>epp‹ovoci</a:t>
            </a:r>
            <a:r>
              <a:rPr dirty="0" sz="600" spc="5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1D1D1D"/>
                </a:solidFill>
                <a:latin typeface="Times New Roman"/>
                <a:cs typeface="Times New Roman"/>
              </a:rPr>
              <a:t>venctors</a:t>
            </a:r>
            <a:r>
              <a:rPr dirty="0" sz="600" spc="8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464646"/>
                </a:solidFill>
                <a:latin typeface="Times New Roman"/>
                <a:cs typeface="Times New Roman"/>
              </a:rPr>
              <a:t>for</a:t>
            </a:r>
            <a:r>
              <a:rPr dirty="0" sz="600" spc="9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600" spc="-50">
                <a:solidFill>
                  <a:srgbClr val="545454"/>
                </a:solidFill>
                <a:latin typeface="Times New Roman"/>
                <a:cs typeface="Times New Roman"/>
              </a:rPr>
              <a:t>tel</a:t>
            </a:r>
            <a:r>
              <a:rPr dirty="0" sz="600" spc="-55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505050"/>
                </a:solidFill>
                <a:latin typeface="Times New Roman"/>
                <a:cs typeface="Times New Roman"/>
              </a:rPr>
              <a:t>me</a:t>
            </a:r>
            <a:r>
              <a:rPr dirty="0" sz="600" spc="1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dirty="0" sz="600" spc="-35">
                <a:solidFill>
                  <a:srgbClr val="343434"/>
                </a:solidFill>
                <a:latin typeface="Times New Roman"/>
                <a:cs typeface="Times New Roman"/>
              </a:rPr>
              <a:t>&amp;</a:t>
            </a:r>
            <a:r>
              <a:rPr dirty="0" sz="600" spc="75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600" spc="-10">
                <a:solidFill>
                  <a:srgbClr val="3D3D3D"/>
                </a:solidFill>
                <a:latin typeface="Times New Roman"/>
                <a:cs typeface="Times New Roman"/>
              </a:rPr>
              <a:t>pa</a:t>
            </a:r>
            <a:r>
              <a:rPr dirty="0" sz="600" spc="-7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dirty="0" sz="600" spc="-10">
                <a:solidFill>
                  <a:srgbClr val="414141"/>
                </a:solidFill>
                <a:latin typeface="Times New Roman"/>
                <a:cs typeface="Times New Roman"/>
              </a:rPr>
              <a:t>crag1</a:t>
            </a:r>
            <a:r>
              <a:rPr dirty="0" sz="600" spc="-10">
                <a:solidFill>
                  <a:srgbClr val="0E0E0E"/>
                </a:solidFill>
                <a:latin typeface="Times New Roman"/>
                <a:cs typeface="Times New Roman"/>
              </a:rPr>
              <a:t>ng.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314738" y="483130"/>
            <a:ext cx="421005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20">
                <a:latin typeface="Arial Black"/>
                <a:cs typeface="Arial Black"/>
              </a:rPr>
              <a:t>DGSIONER</a:t>
            </a:r>
            <a:endParaRPr sz="550">
              <a:latin typeface="Arial Black"/>
              <a:cs typeface="Arial Black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319188" y="662098"/>
            <a:ext cx="591820" cy="312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</a:pPr>
            <a:r>
              <a:rPr dirty="0" sz="600" spc="-40">
                <a:latin typeface="Arial Black"/>
                <a:cs typeface="Arial Black"/>
              </a:rPr>
              <a:t>APPROVED</a:t>
            </a:r>
            <a:r>
              <a:rPr dirty="0" sz="600" spc="25">
                <a:latin typeface="Arial Black"/>
                <a:cs typeface="Arial Black"/>
              </a:rPr>
              <a:t> </a:t>
            </a:r>
            <a:r>
              <a:rPr dirty="0" sz="600" spc="-25">
                <a:latin typeface="Arial Black"/>
                <a:cs typeface="Arial Black"/>
              </a:rPr>
              <a:t>BY</a:t>
            </a:r>
            <a:endParaRPr sz="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550">
                <a:latin typeface="Times New Roman"/>
                <a:cs typeface="Times New Roman"/>
              </a:rPr>
              <a:t>MADE</a:t>
            </a:r>
            <a:r>
              <a:rPr dirty="0" sz="550" spc="220">
                <a:latin typeface="Times New Roman"/>
                <a:cs typeface="Times New Roman"/>
              </a:rPr>
              <a:t> </a:t>
            </a:r>
            <a:r>
              <a:rPr dirty="0" sz="550" spc="-25">
                <a:latin typeface="Times New Roman"/>
                <a:cs typeface="Times New Roman"/>
              </a:rPr>
              <a:t>IN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101876" y="112999"/>
            <a:ext cx="563245" cy="107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>
                <a:solidFill>
                  <a:srgbClr val="2A2A2A"/>
                </a:solidFill>
                <a:latin typeface="Times New Roman"/>
                <a:cs typeface="Times New Roman"/>
              </a:rPr>
              <a:t>2</a:t>
            </a:r>
            <a:r>
              <a:rPr dirty="0" sz="500" spc="2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1C1C1C"/>
                </a:solidFill>
                <a:latin typeface="Times New Roman"/>
                <a:cs typeface="Times New Roman"/>
              </a:rPr>
              <a:t>5</a:t>
            </a:r>
            <a:r>
              <a:rPr dirty="0" sz="500" spc="165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3B3B3B"/>
                </a:solidFill>
                <a:latin typeface="Times New Roman"/>
                <a:cs typeface="Times New Roman"/>
              </a:rPr>
              <a:t>/</a:t>
            </a:r>
            <a:r>
              <a:rPr dirty="0" sz="500" spc="15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161616"/>
                </a:solidFill>
                <a:latin typeface="Times New Roman"/>
                <a:cs typeface="Times New Roman"/>
              </a:rPr>
              <a:t>05</a:t>
            </a:r>
            <a:r>
              <a:rPr dirty="0" sz="500" spc="37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313131"/>
                </a:solidFill>
                <a:latin typeface="Times New Roman"/>
                <a:cs typeface="Times New Roman"/>
              </a:rPr>
              <a:t>/</a:t>
            </a:r>
            <a:r>
              <a:rPr dirty="0" sz="500" spc="160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151515"/>
                </a:solidFill>
                <a:latin typeface="Times New Roman"/>
                <a:cs typeface="Times New Roman"/>
              </a:rPr>
              <a:t>2</a:t>
            </a:r>
            <a:r>
              <a:rPr dirty="0" sz="500" spc="-25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F0F0F"/>
                </a:solidFill>
                <a:latin typeface="Times New Roman"/>
                <a:cs typeface="Times New Roman"/>
              </a:rPr>
              <a:t>0</a:t>
            </a:r>
            <a:r>
              <a:rPr dirty="0" sz="50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282828"/>
                </a:solidFill>
                <a:latin typeface="Times New Roman"/>
                <a:cs typeface="Times New Roman"/>
              </a:rPr>
              <a:t>2</a:t>
            </a:r>
            <a:r>
              <a:rPr dirty="0" sz="500" spc="-4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500" spc="-50">
                <a:latin typeface="Times New Roman"/>
                <a:cs typeface="Times New Roman"/>
              </a:rPr>
              <a:t>S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102106" y="483130"/>
            <a:ext cx="751205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151515"/>
                </a:solidFill>
                <a:latin typeface="Times New Roman"/>
                <a:cs typeface="Times New Roman"/>
              </a:rPr>
              <a:t>BUDDY</a:t>
            </a:r>
            <a:r>
              <a:rPr dirty="0" sz="550" spc="21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dirty="0" sz="550" spc="-10">
                <a:solidFill>
                  <a:srgbClr val="0F0F0F"/>
                </a:solidFill>
                <a:latin typeface="Times New Roman"/>
                <a:cs typeface="Times New Roman"/>
              </a:rPr>
              <a:t>ENGINEERZ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096708" y="847288"/>
            <a:ext cx="22987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70">
                <a:solidFill>
                  <a:srgbClr val="0F0F0F"/>
                </a:solidFill>
                <a:latin typeface="Arial Black"/>
                <a:cs typeface="Arial Black"/>
              </a:rPr>
              <a:t>IMDIA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313275" y="2131421"/>
            <a:ext cx="745490" cy="2114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770"/>
              </a:lnSpc>
              <a:spcBef>
                <a:spcPts val="135"/>
              </a:spcBef>
            </a:pPr>
            <a:r>
              <a:rPr dirty="0" sz="650">
                <a:solidFill>
                  <a:srgbClr val="2D2D2D"/>
                </a:solidFill>
                <a:latin typeface="Arial Black"/>
                <a:cs typeface="Arial Black"/>
              </a:rPr>
              <a:t>as</a:t>
            </a:r>
            <a:r>
              <a:rPr dirty="0" sz="650" spc="254">
                <a:solidFill>
                  <a:srgbClr val="2D2D2D"/>
                </a:solidFill>
                <a:latin typeface="Arial Black"/>
                <a:cs typeface="Arial Black"/>
              </a:rPr>
              <a:t> </a:t>
            </a:r>
            <a:r>
              <a:rPr dirty="0" sz="650" spc="-30">
                <a:solidFill>
                  <a:srgbClr val="545454"/>
                </a:solidFill>
                <a:latin typeface="Arial Black"/>
                <a:cs typeface="Arial Black"/>
              </a:rPr>
              <a:t>«a</a:t>
            </a:r>
            <a:r>
              <a:rPr dirty="0" sz="650" spc="350">
                <a:solidFill>
                  <a:srgbClr val="545454"/>
                </a:solidFill>
                <a:latin typeface="Arial Black"/>
                <a:cs typeface="Arial Black"/>
              </a:rPr>
              <a:t> </a:t>
            </a:r>
            <a:r>
              <a:rPr dirty="0" sz="650" spc="-80">
                <a:solidFill>
                  <a:srgbClr val="828282"/>
                </a:solidFill>
                <a:latin typeface="Arial Black"/>
                <a:cs typeface="Arial Black"/>
              </a:rPr>
              <a:t>:</a:t>
            </a:r>
            <a:r>
              <a:rPr dirty="0" sz="650" spc="-110">
                <a:solidFill>
                  <a:srgbClr val="828282"/>
                </a:solidFill>
                <a:latin typeface="Arial Black"/>
                <a:cs typeface="Arial Black"/>
              </a:rPr>
              <a:t> </a:t>
            </a:r>
            <a:r>
              <a:rPr dirty="0" sz="650" spc="-190">
                <a:solidFill>
                  <a:srgbClr val="212121"/>
                </a:solidFill>
                <a:latin typeface="Arial Black"/>
                <a:cs typeface="Arial Black"/>
              </a:rPr>
              <a:t>ecu</a:t>
            </a:r>
            <a:r>
              <a:rPr dirty="0" sz="650" spc="-3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650" spc="-114">
                <a:solidFill>
                  <a:srgbClr val="161616"/>
                </a:solidFill>
                <a:latin typeface="Arial Black"/>
                <a:cs typeface="Arial Black"/>
              </a:rPr>
              <a:t>-</a:t>
            </a:r>
            <a:r>
              <a:rPr dirty="0" sz="650" spc="-95">
                <a:solidFill>
                  <a:srgbClr val="161616"/>
                </a:solidFill>
                <a:latin typeface="Arial Black"/>
                <a:cs typeface="Arial Black"/>
              </a:rPr>
              <a:t>re</a:t>
            </a:r>
            <a:r>
              <a:rPr dirty="0" sz="650" spc="185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650" spc="-50">
                <a:solidFill>
                  <a:srgbClr val="3F3F3F"/>
                </a:solidFill>
                <a:latin typeface="Arial Black"/>
                <a:cs typeface="Arial Black"/>
              </a:rPr>
              <a:t>s</a:t>
            </a:r>
            <a:endParaRPr sz="650">
              <a:latin typeface="Arial Black"/>
              <a:cs typeface="Arial Black"/>
            </a:endParaRPr>
          </a:p>
          <a:p>
            <a:pPr marL="13335">
              <a:lnSpc>
                <a:spcPts val="650"/>
              </a:lnSpc>
            </a:pPr>
            <a:r>
              <a:rPr dirty="0" sz="550" spc="-85">
                <a:solidFill>
                  <a:srgbClr val="3A3A3A"/>
                </a:solidFill>
                <a:latin typeface="Arial Black"/>
                <a:cs typeface="Arial Black"/>
              </a:rPr>
              <a:t>swcs</a:t>
            </a:r>
            <a:r>
              <a:rPr dirty="0" sz="550" spc="-45">
                <a:solidFill>
                  <a:srgbClr val="3A3A3A"/>
                </a:solidFill>
                <a:latin typeface="Arial Black"/>
                <a:cs typeface="Arial Black"/>
              </a:rPr>
              <a:t> </a:t>
            </a:r>
            <a:r>
              <a:rPr dirty="0" sz="550" spc="-120">
                <a:solidFill>
                  <a:srgbClr val="232323"/>
                </a:solidFill>
                <a:latin typeface="Arial Black"/>
                <a:cs typeface="Arial Black"/>
              </a:rPr>
              <a:t>uxssr</a:t>
            </a:r>
            <a:r>
              <a:rPr dirty="0" sz="550" spc="85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550" spc="-140">
                <a:solidFill>
                  <a:srgbClr val="A0A0A0"/>
                </a:solidFill>
                <a:latin typeface="Arial Black"/>
                <a:cs typeface="Arial Black"/>
              </a:rPr>
              <a:t>•</a:t>
            </a:r>
            <a:r>
              <a:rPr dirty="0" sz="550" spc="-50">
                <a:solidFill>
                  <a:srgbClr val="A0A0A0"/>
                </a:solidFill>
                <a:latin typeface="Arial Black"/>
                <a:cs typeface="Arial Black"/>
              </a:rPr>
              <a:t> </a:t>
            </a:r>
            <a:r>
              <a:rPr dirty="0" sz="550" spc="-110">
                <a:solidFill>
                  <a:srgbClr val="1A1A1A"/>
                </a:solidFill>
                <a:latin typeface="Arial Black"/>
                <a:cs typeface="Arial Black"/>
              </a:rPr>
              <a:t>ee</a:t>
            </a:r>
            <a:r>
              <a:rPr dirty="0" sz="550" spc="-3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550" spc="-100">
                <a:solidFill>
                  <a:srgbClr val="161616"/>
                </a:solidFill>
                <a:latin typeface="Arial Black"/>
                <a:cs typeface="Arial Black"/>
              </a:rPr>
              <a:t>coas</a:t>
            </a:r>
            <a:r>
              <a:rPr dirty="0" sz="550" spc="10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550" spc="-35">
                <a:solidFill>
                  <a:srgbClr val="0E0E0E"/>
                </a:solidFill>
                <a:latin typeface="Arial Black"/>
                <a:cs typeface="Arial Black"/>
              </a:rPr>
              <a:t>yre</a:t>
            </a:r>
            <a:endParaRPr sz="550">
              <a:latin typeface="Arial Black"/>
              <a:cs typeface="Arial Black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313456" y="2304912"/>
            <a:ext cx="20193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90">
                <a:solidFill>
                  <a:srgbClr val="131313"/>
                </a:solidFill>
                <a:latin typeface="Arial Black"/>
                <a:cs typeface="Arial Black"/>
              </a:rPr>
              <a:t>c‹xoR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076555" y="2304912"/>
            <a:ext cx="8001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50">
                <a:solidFill>
                  <a:srgbClr val="D6D6D6"/>
                </a:solidFill>
                <a:latin typeface="Arial Black"/>
                <a:cs typeface="Arial Black"/>
              </a:rPr>
              <a:t>g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312125" y="2392777"/>
            <a:ext cx="14668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95">
                <a:solidFill>
                  <a:srgbClr val="131313"/>
                </a:solidFill>
                <a:latin typeface="Arial Black"/>
                <a:cs typeface="Arial Black"/>
              </a:rPr>
              <a:t>’"*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666076" y="2392777"/>
            <a:ext cx="8763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105">
                <a:solidFill>
                  <a:srgbClr val="363636"/>
                </a:solidFill>
                <a:latin typeface="Arial Black"/>
                <a:cs typeface="Arial Black"/>
              </a:rPr>
              <a:t>"‘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884990" y="2392777"/>
            <a:ext cx="44259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-90">
                <a:latin typeface="Arial Black"/>
                <a:cs typeface="Arial Black"/>
              </a:rPr>
              <a:t>BUDDY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313755" y="2500804"/>
            <a:ext cx="14224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-25">
                <a:solidFill>
                  <a:srgbClr val="232323"/>
                </a:solidFill>
                <a:latin typeface="Arial Black"/>
                <a:cs typeface="Arial Black"/>
              </a:rPr>
              <a:t>""</a:t>
            </a:r>
            <a:endParaRPr sz="850">
              <a:latin typeface="Arial Black"/>
              <a:cs typeface="Arial Black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692908" y="2304912"/>
            <a:ext cx="218440" cy="356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spc="-25">
                <a:solidFill>
                  <a:srgbClr val="151515"/>
                </a:solidFill>
                <a:latin typeface="Arial Black"/>
                <a:cs typeface="Arial Black"/>
              </a:rPr>
              <a:t>Box</a:t>
            </a:r>
            <a:endParaRPr sz="600">
              <a:latin typeface="Arial Black"/>
              <a:cs typeface="Arial Black"/>
            </a:endParaRPr>
          </a:p>
          <a:p>
            <a:pPr marL="14604">
              <a:lnSpc>
                <a:spcPct val="100000"/>
              </a:lnSpc>
              <a:spcBef>
                <a:spcPts val="820"/>
              </a:spcBef>
            </a:pPr>
            <a:r>
              <a:rPr dirty="0" sz="850">
                <a:latin typeface="Arial Black"/>
                <a:cs typeface="Arial Black"/>
              </a:rPr>
              <a:t>’"</a:t>
            </a:r>
            <a:r>
              <a:rPr dirty="0" sz="850" spc="85">
                <a:latin typeface="Arial Black"/>
                <a:cs typeface="Arial Black"/>
              </a:rPr>
              <a:t> </a:t>
            </a:r>
            <a:r>
              <a:rPr dirty="0" sz="850" spc="-50">
                <a:latin typeface="Arial Black"/>
                <a:cs typeface="Arial Black"/>
              </a:rPr>
              <a:t>“</a:t>
            </a:r>
            <a:endParaRPr sz="850">
              <a:latin typeface="Arial Black"/>
              <a:cs typeface="Arial Black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778330" y="2500804"/>
            <a:ext cx="65913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-60">
                <a:latin typeface="Arial Black"/>
                <a:cs typeface="Arial Black"/>
              </a:rPr>
              <a:t>BNGINEEgZ</a:t>
            </a:r>
            <a:endParaRPr sz="850">
              <a:latin typeface="Arial Black"/>
              <a:cs typeface="Arial Black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601236" y="3039199"/>
            <a:ext cx="1085215" cy="137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50">
                <a:solidFill>
                  <a:srgbClr val="343434"/>
                </a:solidFill>
                <a:latin typeface="Consolas"/>
                <a:cs typeface="Consolas"/>
              </a:rPr>
              <a:t>a‹ze</a:t>
            </a:r>
            <a:r>
              <a:rPr dirty="0" sz="700" spc="245">
                <a:solidFill>
                  <a:srgbClr val="343434"/>
                </a:solidFill>
                <a:latin typeface="Consolas"/>
                <a:cs typeface="Consolas"/>
              </a:rPr>
              <a:t> </a:t>
            </a:r>
            <a:r>
              <a:rPr dirty="0" sz="700" spc="-10">
                <a:latin typeface="Consolas"/>
                <a:cs typeface="Consolas"/>
              </a:rPr>
              <a:t>zocv(vvlx#ocv(ni</a:t>
            </a:r>
            <a:endParaRPr sz="700">
              <a:latin typeface="Consolas"/>
              <a:cs typeface="Consola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605415" y="3321216"/>
            <a:ext cx="857250" cy="1003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450" spc="-65">
                <a:solidFill>
                  <a:srgbClr val="1D1D1D"/>
                </a:solidFill>
                <a:latin typeface="Times New Roman"/>
                <a:cs typeface="Times New Roman"/>
              </a:rPr>
              <a:t>T+-</a:t>
            </a:r>
            <a:r>
              <a:rPr dirty="0" sz="450" spc="-30">
                <a:solidFill>
                  <a:srgbClr val="1D1D1D"/>
                </a:solidFill>
                <a:latin typeface="Times New Roman"/>
                <a:cs typeface="Times New Roman"/>
              </a:rPr>
              <a:t>i</a:t>
            </a:r>
            <a:r>
              <a:rPr dirty="0" sz="450" spc="-20">
                <a:solidFill>
                  <a:srgbClr val="1D1D1D"/>
                </a:solidFill>
                <a:latin typeface="Times New Roman"/>
                <a:cs typeface="Times New Roman"/>
              </a:rPr>
              <a:t> </a:t>
            </a:r>
            <a:r>
              <a:rPr dirty="0" sz="450" spc="-10">
                <a:solidFill>
                  <a:srgbClr val="2D2D2D"/>
                </a:solidFill>
                <a:latin typeface="Times New Roman"/>
                <a:cs typeface="Times New Roman"/>
              </a:rPr>
              <a:t>Ic&lt;</a:t>
            </a:r>
            <a:r>
              <a:rPr dirty="0" sz="450" spc="305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dirty="0" sz="450" spc="-60">
                <a:solidFill>
                  <a:srgbClr val="212121"/>
                </a:solidFill>
                <a:latin typeface="Times New Roman"/>
                <a:cs typeface="Times New Roman"/>
              </a:rPr>
              <a:t>N</a:t>
            </a:r>
            <a:r>
              <a:rPr dirty="0" sz="450" spc="-3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450" spc="55">
                <a:solidFill>
                  <a:srgbClr val="131313"/>
                </a:solidFill>
                <a:latin typeface="Times New Roman"/>
                <a:cs typeface="Times New Roman"/>
              </a:rPr>
              <a:t>Eas•</a:t>
            </a:r>
            <a:r>
              <a:rPr dirty="0" sz="450" spc="47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450" spc="65">
                <a:solidFill>
                  <a:srgbClr val="707070"/>
                </a:solidFill>
                <a:latin typeface="Times New Roman"/>
                <a:cs typeface="Times New Roman"/>
              </a:rPr>
              <a:t>50</a:t>
            </a:r>
            <a:r>
              <a:rPr dirty="0" sz="450" spc="160">
                <a:solidFill>
                  <a:srgbClr val="707070"/>
                </a:solidFill>
                <a:latin typeface="Times New Roman"/>
                <a:cs typeface="Times New Roman"/>
              </a:rPr>
              <a:t> </a:t>
            </a:r>
            <a:r>
              <a:rPr dirty="0" sz="450">
                <a:solidFill>
                  <a:srgbClr val="1A1A1A"/>
                </a:solidFill>
                <a:latin typeface="Times New Roman"/>
                <a:cs typeface="Times New Roman"/>
              </a:rPr>
              <a:t>MIC</a:t>
            </a:r>
            <a:r>
              <a:rPr dirty="0" sz="450" spc="1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450" spc="-25">
                <a:solidFill>
                  <a:srgbClr val="1A1A1A"/>
                </a:solidFill>
                <a:latin typeface="Times New Roman"/>
                <a:cs typeface="Times New Roman"/>
              </a:rPr>
              <a:t>'ON</a:t>
            </a:r>
            <a:endParaRPr sz="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10202" y="3364656"/>
            <a:ext cx="1030605" cy="20955"/>
            <a:chOff x="7410202" y="3364656"/>
            <a:chExt cx="1030605" cy="20955"/>
          </a:xfrm>
        </p:grpSpPr>
        <p:sp>
          <p:nvSpPr>
            <p:cNvPr id="3" name="object 3"/>
            <p:cNvSpPr/>
            <p:nvPr/>
          </p:nvSpPr>
          <p:spPr>
            <a:xfrm>
              <a:off x="7410202" y="3378020"/>
              <a:ext cx="537845" cy="0"/>
            </a:xfrm>
            <a:custGeom>
              <a:avLst/>
              <a:gdLst/>
              <a:ahLst/>
              <a:cxnLst/>
              <a:rect l="l" t="t" r="r" b="b"/>
              <a:pathLst>
                <a:path w="537845" h="0">
                  <a:moveTo>
                    <a:pt x="0" y="0"/>
                  </a:moveTo>
                  <a:lnTo>
                    <a:pt x="537358" y="0"/>
                  </a:lnTo>
                </a:path>
              </a:pathLst>
            </a:custGeom>
            <a:ln w="14848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980218" y="3372080"/>
              <a:ext cx="460375" cy="0"/>
            </a:xfrm>
            <a:custGeom>
              <a:avLst/>
              <a:gdLst/>
              <a:ahLst/>
              <a:cxnLst/>
              <a:rect l="l" t="t" r="r" b="b"/>
              <a:pathLst>
                <a:path w="460375" h="0">
                  <a:moveTo>
                    <a:pt x="0" y="0"/>
                  </a:moveTo>
                  <a:lnTo>
                    <a:pt x="460168" y="0"/>
                  </a:lnTo>
                </a:path>
              </a:pathLst>
            </a:custGeom>
            <a:ln w="14848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36566" y="1144814"/>
            <a:ext cx="2597785" cy="0"/>
          </a:xfrm>
          <a:custGeom>
            <a:avLst/>
            <a:gdLst/>
            <a:ahLst/>
            <a:cxnLst/>
            <a:rect l="l" t="t" r="r" b="b"/>
            <a:pathLst>
              <a:path w="2597785" h="0">
                <a:moveTo>
                  <a:pt x="0" y="0"/>
                </a:moveTo>
                <a:lnTo>
                  <a:pt x="2597727" y="0"/>
                </a:lnTo>
              </a:path>
            </a:pathLst>
          </a:custGeom>
          <a:ln w="14848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26380" y="1144814"/>
            <a:ext cx="1179195" cy="0"/>
          </a:xfrm>
          <a:custGeom>
            <a:avLst/>
            <a:gdLst/>
            <a:ahLst/>
            <a:cxnLst/>
            <a:rect l="l" t="t" r="r" b="b"/>
            <a:pathLst>
              <a:path w="1179195" h="0">
                <a:moveTo>
                  <a:pt x="0" y="0"/>
                </a:moveTo>
                <a:lnTo>
                  <a:pt x="1178626" y="0"/>
                </a:lnTo>
              </a:path>
            </a:pathLst>
          </a:custGeom>
          <a:ln w="14848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33256" y="919119"/>
            <a:ext cx="4272280" cy="0"/>
          </a:xfrm>
          <a:custGeom>
            <a:avLst/>
            <a:gdLst/>
            <a:ahLst/>
            <a:cxnLst/>
            <a:rect l="l" t="t" r="r" b="b"/>
            <a:pathLst>
              <a:path w="4272280" h="0">
                <a:moveTo>
                  <a:pt x="0" y="0"/>
                </a:moveTo>
                <a:lnTo>
                  <a:pt x="4272148" y="0"/>
                </a:lnTo>
              </a:path>
            </a:pathLst>
          </a:custGeom>
          <a:ln w="14848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77189" y="911694"/>
            <a:ext cx="4693920" cy="15240"/>
            <a:chOff x="77189" y="911694"/>
            <a:chExt cx="4693920" cy="15240"/>
          </a:xfrm>
        </p:grpSpPr>
        <p:sp>
          <p:nvSpPr>
            <p:cNvPr id="9" name="object 9"/>
            <p:cNvSpPr/>
            <p:nvPr/>
          </p:nvSpPr>
          <p:spPr>
            <a:xfrm>
              <a:off x="77189" y="919119"/>
              <a:ext cx="2378075" cy="0"/>
            </a:xfrm>
            <a:custGeom>
              <a:avLst/>
              <a:gdLst/>
              <a:ahLst/>
              <a:cxnLst/>
              <a:rect l="l" t="t" r="r" b="b"/>
              <a:pathLst>
                <a:path w="2378075" h="0">
                  <a:moveTo>
                    <a:pt x="0" y="0"/>
                  </a:moveTo>
                  <a:lnTo>
                    <a:pt x="2378033" y="0"/>
                  </a:lnTo>
                </a:path>
              </a:pathLst>
            </a:custGeom>
            <a:ln w="14848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76004" y="919119"/>
              <a:ext cx="2295525" cy="0"/>
            </a:xfrm>
            <a:custGeom>
              <a:avLst/>
              <a:gdLst/>
              <a:ahLst/>
              <a:cxnLst/>
              <a:rect l="l" t="t" r="r" b="b"/>
              <a:pathLst>
                <a:path w="2295525" h="0">
                  <a:moveTo>
                    <a:pt x="0" y="0"/>
                  </a:moveTo>
                  <a:lnTo>
                    <a:pt x="2294906" y="0"/>
                  </a:lnTo>
                </a:path>
              </a:pathLst>
            </a:custGeom>
            <a:ln w="14848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2378" y="1663025"/>
            <a:ext cx="314696" cy="5583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693" y="1663025"/>
            <a:ext cx="320633" cy="5226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800" y="1663025"/>
            <a:ext cx="344384" cy="5226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67106" y="1663025"/>
            <a:ext cx="356259" cy="492968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249381" y="130666"/>
            <a:ext cx="522605" cy="451484"/>
            <a:chOff x="249381" y="130666"/>
            <a:chExt cx="522605" cy="451484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381" y="130666"/>
              <a:ext cx="522514" cy="45139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8135" y="213817"/>
              <a:ext cx="290945" cy="95030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6883" y="1484844"/>
            <a:ext cx="23750" cy="4751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945" y="1799630"/>
            <a:ext cx="35625" cy="4751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0945" y="1959994"/>
            <a:ext cx="35625" cy="4157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0945" y="2120357"/>
            <a:ext cx="35625" cy="4157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90945" y="2435144"/>
            <a:ext cx="35625" cy="4751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90945" y="2583628"/>
            <a:ext cx="35625" cy="4751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90945" y="2726173"/>
            <a:ext cx="35625" cy="47515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475013" y="421695"/>
            <a:ext cx="71755" cy="196215"/>
            <a:chOff x="475013" y="421695"/>
            <a:chExt cx="71755" cy="196215"/>
          </a:xfrm>
        </p:grpSpPr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0950" y="421695"/>
              <a:ext cx="59376" cy="4751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5013" y="481089"/>
              <a:ext cx="71251" cy="136605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87828" y="1639267"/>
            <a:ext cx="1371600" cy="5939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87828" y="1954054"/>
            <a:ext cx="522514" cy="5939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93766" y="2583628"/>
            <a:ext cx="1074716" cy="6533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87828" y="2726173"/>
            <a:ext cx="575953" cy="5939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87828" y="3640837"/>
            <a:ext cx="1062841" cy="5939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87828" y="4044715"/>
            <a:ext cx="623454" cy="5345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25631" y="4686168"/>
            <a:ext cx="1460665" cy="14254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576945" y="813694"/>
            <a:ext cx="320633" cy="4157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200400" y="1312602"/>
            <a:ext cx="59376" cy="47515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301340" y="807755"/>
            <a:ext cx="492825" cy="4751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610098" y="1312602"/>
            <a:ext cx="35625" cy="4751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604161" y="1484844"/>
            <a:ext cx="41563" cy="47515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936669" y="1484844"/>
            <a:ext cx="902524" cy="4751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381002" y="2120357"/>
            <a:ext cx="2119745" cy="53454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731324" y="3248839"/>
            <a:ext cx="1763485" cy="5345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880758" y="77212"/>
            <a:ext cx="427511" cy="4751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880758" y="261332"/>
            <a:ext cx="463137" cy="4751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880758" y="629574"/>
            <a:ext cx="279070" cy="4751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880758" y="813694"/>
            <a:ext cx="623454" cy="4157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136077" y="1775873"/>
            <a:ext cx="160316" cy="112848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741719" y="261332"/>
            <a:ext cx="730332" cy="47515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741719" y="813694"/>
            <a:ext cx="326571" cy="41575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5189517" y="1490783"/>
            <a:ext cx="1235075" cy="255904"/>
            <a:chOff x="5189517" y="1490783"/>
            <a:chExt cx="1235075" cy="255904"/>
          </a:xfrm>
        </p:grpSpPr>
        <p:pic>
          <p:nvPicPr>
            <p:cNvPr id="51" name="object 5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189517" y="1490783"/>
              <a:ext cx="1235033" cy="17224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533901" y="1663025"/>
              <a:ext cx="374072" cy="83151"/>
            </a:xfrm>
            <a:prstGeom prst="rect">
              <a:avLst/>
            </a:prstGeom>
          </p:spPr>
        </p:pic>
      </p:grpSp>
      <p:pic>
        <p:nvPicPr>
          <p:cNvPr id="53" name="object 53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747656" y="1817448"/>
            <a:ext cx="35625" cy="5345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4744191" y="3955624"/>
            <a:ext cx="2470067" cy="47515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4732317" y="4086290"/>
            <a:ext cx="2084118" cy="47515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732317" y="4216957"/>
            <a:ext cx="1270659" cy="41575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726380" y="4335744"/>
            <a:ext cx="570015" cy="47515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732317" y="4460471"/>
            <a:ext cx="985651" cy="41575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732317" y="4721804"/>
            <a:ext cx="967838" cy="41575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210795" y="4216957"/>
            <a:ext cx="1080654" cy="47515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6210795" y="4335744"/>
            <a:ext cx="807522" cy="53454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7374577" y="445452"/>
            <a:ext cx="391885" cy="47515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374577" y="813694"/>
            <a:ext cx="326571" cy="41575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7374577" y="1959994"/>
            <a:ext cx="5937" cy="4157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7071755" y="1544237"/>
            <a:ext cx="1389413" cy="142545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8128658" y="445452"/>
            <a:ext cx="730332" cy="47515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7618021" y="4086290"/>
            <a:ext cx="1003464" cy="47515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6489865" y="2114417"/>
            <a:ext cx="2321626" cy="184120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7618021" y="4216957"/>
            <a:ext cx="1401288" cy="4751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7612082" y="4335744"/>
            <a:ext cx="1294410" cy="4751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368135" y="326665"/>
            <a:ext cx="290945" cy="77211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90005" y="1312602"/>
            <a:ext cx="243444" cy="47515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279070" y="2993445"/>
            <a:ext cx="59376" cy="47515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273132" y="3124112"/>
            <a:ext cx="71251" cy="47515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273132" y="3254778"/>
            <a:ext cx="71251" cy="47515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273132" y="3516110"/>
            <a:ext cx="71251" cy="47515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273132" y="3771503"/>
            <a:ext cx="71251" cy="47515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273132" y="3902170"/>
            <a:ext cx="71251" cy="53454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587828" y="2280720"/>
            <a:ext cx="1003464" cy="201938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2576945" y="258362"/>
            <a:ext cx="403761" cy="56424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2386940" y="1484844"/>
            <a:ext cx="95002" cy="47515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2761013" y="1481874"/>
            <a:ext cx="160316" cy="50484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3972295" y="1312602"/>
            <a:ext cx="89064" cy="47515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2410691" y="1959994"/>
            <a:ext cx="475013" cy="47515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3152898" y="1799630"/>
            <a:ext cx="154379" cy="53454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3182586" y="1959994"/>
            <a:ext cx="95002" cy="47515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3544784" y="1799630"/>
            <a:ext cx="160316" cy="53454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3574473" y="1959994"/>
            <a:ext cx="100940" cy="47515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3966358" y="1959994"/>
            <a:ext cx="95002" cy="47515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4352306" y="1959994"/>
            <a:ext cx="89064" cy="47515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2381002" y="2856839"/>
            <a:ext cx="95002" cy="53454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2381002" y="3640837"/>
            <a:ext cx="95002" cy="53454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3574473" y="2583628"/>
            <a:ext cx="95002" cy="47515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4352306" y="2435144"/>
            <a:ext cx="83127" cy="47515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4352306" y="2583628"/>
            <a:ext cx="83127" cy="47515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2381002" y="3899200"/>
            <a:ext cx="2101932" cy="193029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4720441" y="2381689"/>
            <a:ext cx="77189" cy="53454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4880758" y="445452"/>
            <a:ext cx="112815" cy="47515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5112326" y="1633329"/>
            <a:ext cx="77189" cy="83151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4821382" y="2126296"/>
            <a:ext cx="902524" cy="172241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6008915" y="1948115"/>
            <a:ext cx="178129" cy="166302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6424550" y="1633329"/>
            <a:ext cx="100940" cy="59393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6377049" y="2298538"/>
            <a:ext cx="255319" cy="130666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6501740" y="3130050"/>
            <a:ext cx="83127" cy="53454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7374577" y="77212"/>
            <a:ext cx="201880" cy="47515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6377049" y="1692722"/>
            <a:ext cx="1787236" cy="207878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8128658" y="74242"/>
            <a:ext cx="528451" cy="59393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8128658" y="813694"/>
            <a:ext cx="201880" cy="41575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8431480" y="1942175"/>
            <a:ext cx="249381" cy="142545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8526482" y="3124112"/>
            <a:ext cx="154379" cy="59393"/>
          </a:xfrm>
          <a:prstGeom prst="rect">
            <a:avLst/>
          </a:prstGeom>
        </p:spPr>
      </p:pic>
      <p:pic>
        <p:nvPicPr>
          <p:cNvPr id="111" name="object 111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8514607" y="2304478"/>
            <a:ext cx="302820" cy="100969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3188524" y="2580659"/>
            <a:ext cx="71251" cy="59393"/>
          </a:xfrm>
          <a:prstGeom prst="rect">
            <a:avLst/>
          </a:prstGeom>
        </p:spPr>
      </p:pic>
      <p:sp>
        <p:nvSpPr>
          <p:cNvPr id="113" name="object 113"/>
          <p:cNvSpPr txBox="1"/>
          <p:nvPr/>
        </p:nvSpPr>
        <p:spPr>
          <a:xfrm>
            <a:off x="272917" y="1596870"/>
            <a:ext cx="69850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50">
                <a:solidFill>
                  <a:srgbClr val="1A1A1A"/>
                </a:solidFill>
                <a:latin typeface="Consolas"/>
                <a:cs typeface="Consolas"/>
              </a:rPr>
              <a:t>2</a:t>
            </a:r>
            <a:endParaRPr sz="550">
              <a:latin typeface="Consolas"/>
              <a:cs typeface="Consola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255211" y="2814195"/>
            <a:ext cx="10795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25">
                <a:solidFill>
                  <a:srgbClr val="1F1F1F"/>
                </a:solidFill>
                <a:latin typeface="Consolas"/>
                <a:cs typeface="Consolas"/>
              </a:rPr>
              <a:t>aO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251677" y="3336860"/>
            <a:ext cx="11430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25">
                <a:latin typeface="Arial MT"/>
                <a:cs typeface="Arial MT"/>
              </a:rPr>
              <a:t>14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254087" y="3604627"/>
            <a:ext cx="96520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5">
                <a:solidFill>
                  <a:srgbClr val="181818"/>
                </a:solidFill>
                <a:latin typeface="Arial MT"/>
                <a:cs typeface="Arial MT"/>
              </a:rPr>
              <a:t>IG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252350" y="4002318"/>
            <a:ext cx="113030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25">
                <a:latin typeface="Arial MT"/>
                <a:cs typeface="Arial MT"/>
              </a:rPr>
              <a:t>19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53367" y="4298895"/>
            <a:ext cx="1237615" cy="24574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600" spc="-10">
                <a:latin typeface="Arial MT"/>
                <a:cs typeface="Arial MT"/>
              </a:rPr>
              <a:t>NOTES:</a:t>
            </a:r>
            <a:endParaRPr sz="600">
              <a:latin typeface="Arial MT"/>
              <a:cs typeface="Arial MT"/>
            </a:endParaRPr>
          </a:p>
          <a:p>
            <a:pPr marL="147320" indent="-79375">
              <a:lnSpc>
                <a:spcPct val="100000"/>
              </a:lnSpc>
              <a:spcBef>
                <a:spcPts val="170"/>
              </a:spcBef>
              <a:buChar char="•"/>
              <a:tabLst>
                <a:tab pos="147320" algn="l"/>
              </a:tabLst>
            </a:pPr>
            <a:r>
              <a:rPr dirty="0" sz="550">
                <a:latin typeface="Arial MT"/>
                <a:cs typeface="Arial MT"/>
              </a:rPr>
              <a:t>Au</a:t>
            </a:r>
            <a:r>
              <a:rPr dirty="0" sz="550" spc="75"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measurements</a:t>
            </a:r>
            <a:r>
              <a:rPr dirty="0" sz="550" spc="2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212121"/>
                </a:solidFill>
                <a:latin typeface="Arial MT"/>
                <a:cs typeface="Arial MT"/>
              </a:rPr>
              <a:t>are</a:t>
            </a:r>
            <a:r>
              <a:rPr dirty="0" sz="550" spc="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4F4F4F"/>
                </a:solidFill>
                <a:latin typeface="Arial MT"/>
                <a:cs typeface="Arial MT"/>
              </a:rPr>
              <a:t>in</a:t>
            </a:r>
            <a:r>
              <a:rPr dirty="0" sz="550" spc="5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C0C0C"/>
                </a:solidFill>
                <a:latin typeface="Arial MT"/>
                <a:cs typeface="Arial MT"/>
              </a:rPr>
              <a:t>inches.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867925" y="118214"/>
            <a:ext cx="78486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145">
                <a:latin typeface="Arial Black"/>
                <a:cs typeface="Arial Black"/>
              </a:rPr>
              <a:t>BUDDY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869938" y="333021"/>
            <a:ext cx="121920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50">
                <a:latin typeface="Arial Black"/>
                <a:cs typeface="Arial Black"/>
              </a:rPr>
              <a:t>ENGINEERZ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571477" y="1264018"/>
            <a:ext cx="1087120" cy="2933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10">
                <a:latin typeface="Arial Black"/>
                <a:cs typeface="Arial Black"/>
              </a:rPr>
              <a:t>OEOCRPTIOW</a:t>
            </a:r>
            <a:endParaRPr sz="600">
              <a:latin typeface="Arial Black"/>
              <a:cs typeface="Arial Black"/>
            </a:endParaRPr>
          </a:p>
          <a:p>
            <a:pPr marL="16510">
              <a:lnSpc>
                <a:spcPct val="100000"/>
              </a:lnSpc>
              <a:spcBef>
                <a:spcPts val="690"/>
              </a:spcBef>
            </a:pPr>
            <a:r>
              <a:rPr dirty="0" sz="550" spc="10">
                <a:latin typeface="Arial MT"/>
                <a:cs typeface="Arial MT"/>
              </a:rPr>
              <a:t>Neck</a:t>
            </a:r>
            <a:r>
              <a:rPr dirty="0" sz="550" spc="150">
                <a:latin typeface="Arial MT"/>
                <a:cs typeface="Arial MT"/>
              </a:rPr>
              <a:t> </a:t>
            </a:r>
            <a:r>
              <a:rPr dirty="0" sz="550" spc="10">
                <a:latin typeface="Arial MT"/>
                <a:cs typeface="Arial MT"/>
              </a:rPr>
              <a:t>width</a:t>
            </a:r>
            <a:r>
              <a:rPr dirty="0" sz="550" spc="35"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3F3F3F"/>
                </a:solidFill>
                <a:latin typeface="Arial MT"/>
                <a:cs typeface="Arial MT"/>
              </a:rPr>
              <a:t>from</a:t>
            </a:r>
            <a:r>
              <a:rPr dirty="0" sz="550" spc="8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1D1D1D"/>
                </a:solidFill>
                <a:latin typeface="Arial MT"/>
                <a:cs typeface="Arial MT"/>
              </a:rPr>
              <a:t>seam</a:t>
            </a:r>
            <a:r>
              <a:rPr dirty="0" sz="550" spc="9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2D2D2D"/>
                </a:solidFill>
                <a:latin typeface="Arial MT"/>
                <a:cs typeface="Arial MT"/>
              </a:rPr>
              <a:t>to</a:t>
            </a:r>
            <a:r>
              <a:rPr dirty="0" sz="550" spc="16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31313"/>
                </a:solidFill>
                <a:latin typeface="Arial MT"/>
                <a:cs typeface="Arial MT"/>
              </a:rPr>
              <a:t>seairi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572238" y="1763420"/>
            <a:ext cx="1397000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>
                <a:latin typeface="Courier New"/>
                <a:cs typeface="Courier New"/>
              </a:rPr>
              <a:t>BECh</a:t>
            </a:r>
            <a:r>
              <a:rPr dirty="0" sz="500" spc="-35">
                <a:latin typeface="Courier New"/>
                <a:cs typeface="Courier New"/>
              </a:rPr>
              <a:t> </a:t>
            </a:r>
            <a:r>
              <a:rPr dirty="0" sz="500">
                <a:solidFill>
                  <a:srgbClr val="1D1D1D"/>
                </a:solidFill>
                <a:latin typeface="Courier New"/>
                <a:cs typeface="Courier New"/>
              </a:rPr>
              <a:t>€CCk</a:t>
            </a:r>
            <a:r>
              <a:rPr dirty="0" sz="500" spc="-45">
                <a:solidFill>
                  <a:srgbClr val="1D1D1D"/>
                </a:solidFill>
                <a:latin typeface="Courier New"/>
                <a:cs typeface="Courier New"/>
              </a:rPr>
              <a:t> </a:t>
            </a:r>
            <a:r>
              <a:rPr dirty="0" sz="500">
                <a:solidFill>
                  <a:srgbClr val="0C0C0C"/>
                </a:solidFill>
                <a:latin typeface="Courier New"/>
                <a:cs typeface="Courier New"/>
              </a:rPr>
              <a:t>O</a:t>
            </a:r>
            <a:r>
              <a:rPr dirty="0" sz="500" spc="-4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500">
                <a:solidFill>
                  <a:srgbClr val="0C0C0C"/>
                </a:solidFill>
                <a:latin typeface="Courier New"/>
                <a:cs typeface="Courier New"/>
              </a:rPr>
              <a:t>OQ</a:t>
            </a:r>
            <a:r>
              <a:rPr dirty="0" sz="500" spc="-10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500">
                <a:solidFill>
                  <a:srgbClr val="1A1A1A"/>
                </a:solidFill>
                <a:latin typeface="Courier New"/>
                <a:cs typeface="Courier New"/>
              </a:rPr>
              <a:t>POS</a:t>
            </a:r>
            <a:r>
              <a:rPr dirty="0" sz="500" spc="29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dirty="0" sz="500" spc="50">
                <a:solidFill>
                  <a:srgbClr val="131313"/>
                </a:solidFill>
                <a:latin typeface="Courier New"/>
                <a:cs typeface="Courier New"/>
              </a:rPr>
              <a:t>WDGIO</a:t>
            </a:r>
            <a:r>
              <a:rPr dirty="0" sz="500" spc="-80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500">
                <a:solidFill>
                  <a:srgbClr val="282828"/>
                </a:solidFill>
                <a:latin typeface="Courier New"/>
                <a:cs typeface="Courier New"/>
              </a:rPr>
              <a:t>DOCH</a:t>
            </a:r>
            <a:r>
              <a:rPr dirty="0" sz="500" spc="-85">
                <a:solidFill>
                  <a:srgbClr val="282828"/>
                </a:solidFill>
                <a:latin typeface="Courier New"/>
                <a:cs typeface="Courier New"/>
              </a:rPr>
              <a:t> </a:t>
            </a:r>
            <a:r>
              <a:rPr dirty="0" sz="500" spc="50">
                <a:solidFill>
                  <a:srgbClr val="282828"/>
                </a:solidFill>
                <a:latin typeface="Courier New"/>
                <a:cs typeface="Courier New"/>
              </a:rPr>
              <a:t>JCOT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568424" y="2072021"/>
            <a:ext cx="105092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latin typeface="Courier New"/>
                <a:cs typeface="Courier New"/>
              </a:rPr>
              <a:t>Shoude</a:t>
            </a:r>
            <a:r>
              <a:rPr dirty="0" sz="550" spc="340">
                <a:latin typeface="Courier New"/>
                <a:cs typeface="Courier New"/>
              </a:rPr>
              <a:t> </a:t>
            </a:r>
            <a:r>
              <a:rPr dirty="0" sz="550" spc="-10">
                <a:latin typeface="Courier New"/>
                <a:cs typeface="Courier New"/>
              </a:rPr>
              <a:t>vMdthoeam‹oseam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569040" y="2796047"/>
            <a:ext cx="1217930" cy="79121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425"/>
              </a:spcBef>
            </a:pPr>
            <a:r>
              <a:rPr dirty="0" sz="450" spc="55">
                <a:solidFill>
                  <a:srgbClr val="161616"/>
                </a:solidFill>
                <a:latin typeface="Arial MT"/>
                <a:cs typeface="Arial MT"/>
              </a:rPr>
              <a:t>Slee</a:t>
            </a:r>
            <a:r>
              <a:rPr dirty="0" sz="450" spc="-2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450" spc="60">
                <a:latin typeface="Arial MT"/>
                <a:cs typeface="Arial MT"/>
              </a:rPr>
              <a:t>ve </a:t>
            </a:r>
            <a:r>
              <a:rPr dirty="0" sz="450">
                <a:solidFill>
                  <a:srgbClr val="3B3B3B"/>
                </a:solidFill>
                <a:latin typeface="Arial MT"/>
                <a:cs typeface="Arial MT"/>
              </a:rPr>
              <a:t>Ie</a:t>
            </a:r>
            <a:r>
              <a:rPr dirty="0" sz="450" spc="-65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2A2A2A"/>
                </a:solidFill>
                <a:latin typeface="Arial MT"/>
                <a:cs typeface="Arial MT"/>
              </a:rPr>
              <a:t>i</a:t>
            </a:r>
            <a:r>
              <a:rPr dirty="0" sz="450" spc="-3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i</a:t>
            </a:r>
            <a:r>
              <a:rPr dirty="0" sz="450">
                <a:solidFill>
                  <a:srgbClr val="232323"/>
                </a:solidFill>
                <a:latin typeface="Arial MT"/>
                <a:cs typeface="Arial MT"/>
              </a:rPr>
              <a:t>u</a:t>
            </a:r>
            <a:r>
              <a:rPr dirty="0" sz="450" spc="-4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5D5D5D"/>
                </a:solidFill>
                <a:latin typeface="Arial MT"/>
                <a:cs typeface="Arial MT"/>
              </a:rPr>
              <a:t>I</a:t>
            </a:r>
            <a:r>
              <a:rPr dirty="0" sz="450">
                <a:solidFill>
                  <a:srgbClr val="0E0E0E"/>
                </a:solidFill>
                <a:latin typeface="Arial MT"/>
                <a:cs typeface="Arial MT"/>
              </a:rPr>
              <a:t>I</a:t>
            </a:r>
            <a:r>
              <a:rPr dirty="0" sz="450">
                <a:solidFill>
                  <a:srgbClr val="212121"/>
                </a:solidFill>
                <a:latin typeface="Arial MT"/>
                <a:cs typeface="Arial MT"/>
              </a:rPr>
              <a:t>'</a:t>
            </a:r>
            <a:r>
              <a:rPr dirty="0" sz="450" spc="2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262626"/>
                </a:solidFill>
                <a:latin typeface="Arial MT"/>
                <a:cs typeface="Arial MT"/>
              </a:rPr>
              <a:t>I'</a:t>
            </a:r>
            <a:r>
              <a:rPr dirty="0" sz="450" spc="15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0F0F0F"/>
                </a:solidFill>
                <a:latin typeface="Arial MT"/>
                <a:cs typeface="Arial MT"/>
              </a:rPr>
              <a:t>ur</a:t>
            </a:r>
            <a:r>
              <a:rPr dirty="0" sz="450" spc="18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450" spc="-50">
                <a:latin typeface="Arial MT"/>
                <a:cs typeface="Arial MT"/>
              </a:rPr>
              <a:t>r</a:t>
            </a:r>
            <a:r>
              <a:rPr dirty="0" sz="450" spc="-30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i</a:t>
            </a:r>
            <a:r>
              <a:rPr dirty="0" sz="450" spc="110"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161616"/>
                </a:solidFill>
                <a:latin typeface="Arial MT"/>
                <a:cs typeface="Arial MT"/>
              </a:rPr>
              <a:t>st</a:t>
            </a:r>
            <a:r>
              <a:rPr dirty="0" sz="450">
                <a:solidFill>
                  <a:srgbClr val="4B4B4B"/>
                </a:solidFill>
                <a:latin typeface="Arial MT"/>
                <a:cs typeface="Arial MT"/>
              </a:rPr>
              <a:t>›u</a:t>
            </a:r>
            <a:r>
              <a:rPr dirty="0" sz="450" spc="-3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313131"/>
                </a:solidFill>
                <a:latin typeface="Arial MT"/>
                <a:cs typeface="Arial MT"/>
              </a:rPr>
              <a:t>u</a:t>
            </a:r>
            <a:r>
              <a:rPr dirty="0" sz="450">
                <a:solidFill>
                  <a:srgbClr val="131313"/>
                </a:solidFill>
                <a:latin typeface="Arial MT"/>
                <a:cs typeface="Arial MT"/>
              </a:rPr>
              <a:t>\i+•f</a:t>
            </a:r>
            <a:r>
              <a:rPr dirty="0" sz="450" spc="26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450" spc="65">
                <a:solidFill>
                  <a:srgbClr val="262626"/>
                </a:solidFill>
                <a:latin typeface="Arial MT"/>
                <a:cs typeface="Arial MT"/>
              </a:rPr>
              <a:t>see'</a:t>
            </a:r>
            <a:r>
              <a:rPr dirty="0" sz="450" spc="-6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450" spc="-50">
                <a:solidFill>
                  <a:srgbClr val="0F0F0F"/>
                </a:solidFill>
                <a:latin typeface="Arial MT"/>
                <a:cs typeface="Arial MT"/>
              </a:rPr>
              <a:t>r</a:t>
            </a:r>
            <a:r>
              <a:rPr dirty="0" sz="45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450" spc="-50">
                <a:solidFill>
                  <a:srgbClr val="131313"/>
                </a:solidFill>
                <a:latin typeface="Arial MT"/>
                <a:cs typeface="Arial MT"/>
              </a:rPr>
              <a:t>i</a:t>
            </a:r>
            <a:endParaRPr sz="450">
              <a:latin typeface="Arial MT"/>
              <a:cs typeface="Arial MT"/>
            </a:endParaRPr>
          </a:p>
          <a:p>
            <a:pPr marL="12700" marR="280035" indent="2540">
              <a:lnSpc>
                <a:spcPts val="1030"/>
              </a:lnSpc>
              <a:spcBef>
                <a:spcPts val="114"/>
              </a:spcBef>
            </a:pPr>
            <a:r>
              <a:rPr dirty="0" sz="550" spc="20">
                <a:latin typeface="Arial MT"/>
                <a:cs typeface="Arial MT"/>
              </a:rPr>
              <a:t>Sleeve</a:t>
            </a:r>
            <a:r>
              <a:rPr dirty="0" sz="550" spc="160">
                <a:latin typeface="Arial MT"/>
                <a:cs typeface="Arial MT"/>
              </a:rPr>
              <a:t> </a:t>
            </a:r>
            <a:r>
              <a:rPr dirty="0" sz="550" spc="20">
                <a:latin typeface="Arial MT"/>
                <a:cs typeface="Arial MT"/>
              </a:rPr>
              <a:t>underarm</a:t>
            </a:r>
            <a:r>
              <a:rPr dirty="0" sz="550" spc="100"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81818"/>
                </a:solidFill>
                <a:latin typeface="Arial MT"/>
                <a:cs typeface="Arial MT"/>
              </a:rPr>
              <a:t>length</a:t>
            </a:r>
            <a:r>
              <a:rPr dirty="0" sz="550" spc="50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500" spc="20">
                <a:latin typeface="Arial MT"/>
                <a:cs typeface="Arial MT"/>
              </a:rPr>
              <a:t>8Jcep</a:t>
            </a:r>
            <a:r>
              <a:rPr dirty="0" sz="500" spc="-45">
                <a:latin typeface="Arial MT"/>
                <a:cs typeface="Arial MT"/>
              </a:rPr>
              <a:t> </a:t>
            </a:r>
            <a:r>
              <a:rPr dirty="0" sz="500" spc="20">
                <a:solidFill>
                  <a:srgbClr val="575757"/>
                </a:solidFill>
                <a:latin typeface="Arial MT"/>
                <a:cs typeface="Arial MT"/>
              </a:rPr>
              <a:t>s</a:t>
            </a:r>
            <a:r>
              <a:rPr dirty="0" sz="500" spc="55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500" spc="10">
                <a:solidFill>
                  <a:srgbClr val="131313"/>
                </a:solidFill>
                <a:latin typeface="Arial MT"/>
                <a:cs typeface="Arial MT"/>
              </a:rPr>
              <a:t>1</a:t>
            </a:r>
            <a:r>
              <a:rPr dirty="0" sz="500" spc="-6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500" spc="20">
                <a:solidFill>
                  <a:srgbClr val="111111"/>
                </a:solidFill>
                <a:latin typeface="Arial MT"/>
                <a:cs typeface="Arial MT"/>
              </a:rPr>
              <a:t>"</a:t>
            </a:r>
            <a:r>
              <a:rPr dirty="0" sz="500" spc="17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00" spc="20">
                <a:solidFill>
                  <a:srgbClr val="0F0F0F"/>
                </a:solidFill>
                <a:latin typeface="Arial MT"/>
                <a:cs typeface="Arial MT"/>
              </a:rPr>
              <a:t>Below</a:t>
            </a:r>
            <a:r>
              <a:rPr dirty="0" sz="500" spc="17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00" spc="50">
                <a:solidFill>
                  <a:srgbClr val="131313"/>
                </a:solidFill>
                <a:latin typeface="Arial MT"/>
                <a:cs typeface="Arial MT"/>
              </a:rPr>
              <a:t>Arm</a:t>
            </a:r>
            <a:r>
              <a:rPr dirty="0" sz="500" spc="14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500" spc="20">
                <a:latin typeface="Arial MT"/>
                <a:cs typeface="Arial MT"/>
              </a:rPr>
              <a:t>hol</a:t>
            </a:r>
            <a:r>
              <a:rPr dirty="0" sz="500" spc="-55">
                <a:latin typeface="Arial MT"/>
                <a:cs typeface="Arial MT"/>
              </a:rPr>
              <a:t> </a:t>
            </a:r>
            <a:r>
              <a:rPr dirty="0" sz="500" spc="-50">
                <a:solidFill>
                  <a:srgbClr val="2D2D2D"/>
                </a:solidFill>
                <a:latin typeface="Arial MT"/>
                <a:cs typeface="Arial MT"/>
              </a:rPr>
              <a:t>e</a:t>
            </a:r>
            <a:r>
              <a:rPr dirty="0" sz="500" spc="50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latin typeface="Arial MT"/>
                <a:cs typeface="Arial MT"/>
              </a:rPr>
              <a:t>Sleeve</a:t>
            </a:r>
            <a:r>
              <a:rPr dirty="0" sz="550" spc="150">
                <a:latin typeface="Arial MT"/>
                <a:cs typeface="Arial MT"/>
              </a:rPr>
              <a:t> </a:t>
            </a:r>
            <a:r>
              <a:rPr dirty="0" sz="550" spc="10">
                <a:latin typeface="Arial MT"/>
                <a:cs typeface="Arial MT"/>
              </a:rPr>
              <a:t>opening</a:t>
            </a:r>
            <a:r>
              <a:rPr dirty="0" sz="550" spc="125"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0C0C0C"/>
                </a:solidFill>
                <a:latin typeface="Arial MT"/>
                <a:cs typeface="Arial MT"/>
              </a:rPr>
              <a:t>at</a:t>
            </a:r>
            <a:r>
              <a:rPr dirty="0" sz="550" spc="1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edae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0F0F"/>
                </a:solidFill>
                <a:latin typeface="Arial MT"/>
                <a:cs typeface="Arial MT"/>
              </a:rPr>
              <a:t>Front</a:t>
            </a:r>
            <a:r>
              <a:rPr dirty="0" sz="550" spc="18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E0E0E"/>
                </a:solidFill>
                <a:latin typeface="Arial MT"/>
                <a:cs typeface="Arial MT"/>
              </a:rPr>
              <a:t>leneth</a:t>
            </a:r>
            <a:r>
              <a:rPr dirty="0" sz="550" spc="18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front</a:t>
            </a:r>
            <a:r>
              <a:rPr dirty="0" sz="550" spc="245"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111111"/>
                </a:solidFill>
                <a:latin typeface="Arial MT"/>
                <a:cs typeface="Arial MT"/>
              </a:rPr>
              <a:t>HPS</a:t>
            </a:r>
            <a:endParaRPr sz="5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20"/>
              </a:spcBef>
            </a:pPr>
            <a:r>
              <a:rPr dirty="0" sz="500" spc="-30">
                <a:solidFill>
                  <a:srgbClr val="383838"/>
                </a:solidFill>
                <a:latin typeface="Arial MT"/>
                <a:cs typeface="Arial MT"/>
              </a:rPr>
              <a:t>t•1o</a:t>
            </a:r>
            <a:r>
              <a:rPr dirty="0" sz="500" spc="-3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363636"/>
                </a:solidFill>
                <a:latin typeface="Arial MT"/>
                <a:cs typeface="Arial MT"/>
              </a:rPr>
              <a:t>on</a:t>
            </a:r>
            <a:r>
              <a:rPr dirty="0" sz="500" spc="16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Patch</a:t>
            </a:r>
            <a:r>
              <a:rPr dirty="0" sz="500" spc="245">
                <a:latin typeface="Arial MT"/>
                <a:cs typeface="Arial MT"/>
              </a:rPr>
              <a:t> </a:t>
            </a:r>
            <a:r>
              <a:rPr dirty="0" sz="500">
                <a:latin typeface="Arial MT"/>
                <a:cs typeface="Arial MT"/>
              </a:rPr>
              <a:t>w</a:t>
            </a:r>
            <a:r>
              <a:rPr dirty="0" sz="500" spc="-55">
                <a:latin typeface="Arial MT"/>
                <a:cs typeface="Arial MT"/>
              </a:rPr>
              <a:t> </a:t>
            </a:r>
            <a:r>
              <a:rPr dirty="0" sz="500">
                <a:solidFill>
                  <a:srgbClr val="0E0E0E"/>
                </a:solidFill>
                <a:latin typeface="Arial MT"/>
                <a:cs typeface="Arial MT"/>
              </a:rPr>
              <a:t>idt</a:t>
            </a:r>
            <a:r>
              <a:rPr dirty="0" sz="500" spc="9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500" spc="-50">
                <a:solidFill>
                  <a:srgbClr val="5D5D5D"/>
                </a:solidFill>
                <a:latin typeface="Arial MT"/>
                <a:cs typeface="Arial MT"/>
              </a:rPr>
              <a:t>h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571431" y="3681591"/>
            <a:ext cx="157924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63000"/>
              </a:lnSpc>
              <a:spcBef>
                <a:spcPts val="90"/>
              </a:spcBef>
            </a:pP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Chest</a:t>
            </a:r>
            <a:r>
              <a:rPr dirty="0" sz="550" spc="19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E0E0E"/>
                </a:solidFill>
                <a:latin typeface="Arial MT"/>
                <a:cs typeface="Arial MT"/>
              </a:rPr>
              <a:t>logo</a:t>
            </a:r>
            <a:r>
              <a:rPr dirty="0" sz="550" spc="16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emb</a:t>
            </a:r>
            <a:r>
              <a:rPr dirty="0" sz="550" spc="175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vertical</a:t>
            </a:r>
            <a:r>
              <a:rPr dirty="0" sz="550" spc="14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placement</a:t>
            </a:r>
            <a:r>
              <a:rPr dirty="0" sz="550" spc="260"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212121"/>
                </a:solidFill>
                <a:latin typeface="Arial MT"/>
                <a:cs typeface="Arial MT"/>
              </a:rPr>
              <a:t>f'rom</a:t>
            </a:r>
            <a:r>
              <a:rPr dirty="0" sz="550" spc="1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282828"/>
                </a:solidFill>
                <a:latin typeface="Arial MT"/>
                <a:cs typeface="Arial MT"/>
              </a:rPr>
              <a:t>\JPg'</a:t>
            </a:r>
            <a:r>
              <a:rPr dirty="0" sz="550" spc="50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1C1C1C"/>
                </a:solidFill>
                <a:latin typeface="Arial MT"/>
                <a:cs typeface="Arial MT"/>
              </a:rPr>
              <a:t>Chest</a:t>
            </a:r>
            <a:r>
              <a:rPr dirty="0" sz="550" spc="19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111111"/>
                </a:solidFill>
                <a:latin typeface="Arial MT"/>
                <a:cs typeface="Arial MT"/>
              </a:rPr>
              <a:t>emb</a:t>
            </a:r>
            <a:r>
              <a:rPr dirty="0" sz="550" spc="1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latin typeface="Arial MT"/>
                <a:cs typeface="Arial MT"/>
              </a:rPr>
              <a:t>hericontal</a:t>
            </a:r>
            <a:r>
              <a:rPr dirty="0" sz="550" spc="195">
                <a:latin typeface="Arial MT"/>
                <a:cs typeface="Arial MT"/>
              </a:rPr>
              <a:t> </a:t>
            </a:r>
            <a:r>
              <a:rPr dirty="0" sz="550" spc="10">
                <a:latin typeface="Arial MT"/>
                <a:cs typeface="Arial MT"/>
              </a:rPr>
              <a:t>placement</a:t>
            </a:r>
            <a:r>
              <a:rPr dirty="0" sz="550" spc="175"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0F0F0F"/>
                </a:solidFill>
                <a:latin typeface="Arial MT"/>
                <a:cs typeface="Arial MT"/>
              </a:rPr>
              <a:t>from</a:t>
            </a:r>
            <a:r>
              <a:rPr dirty="0" sz="550" spc="114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383838"/>
                </a:solidFill>
                <a:latin typeface="Arial MT"/>
                <a:cs typeface="Arial MT"/>
              </a:rPr>
              <a:t>CF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558355" y="28628"/>
            <a:ext cx="30416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10">
                <a:latin typeface="Arial MT"/>
                <a:cs typeface="Arial MT"/>
              </a:rPr>
              <a:t>BRAND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285632" y="34815"/>
            <a:ext cx="77152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8MDDY</a:t>
            </a:r>
            <a:r>
              <a:rPr dirty="0" sz="550" spc="2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F1F1F"/>
                </a:solidFill>
                <a:latin typeface="Arial MT"/>
                <a:cs typeface="Arial MT"/>
              </a:rPr>
              <a:t>E</a:t>
            </a:r>
            <a:r>
              <a:rPr dirty="0" sz="550">
                <a:latin typeface="Arial MT"/>
                <a:cs typeface="Arial MT"/>
              </a:rPr>
              <a:t>bJGINEER </a:t>
            </a:r>
            <a:r>
              <a:rPr dirty="0" sz="550" spc="-50">
                <a:solidFill>
                  <a:srgbClr val="131313"/>
                </a:solidFill>
                <a:latin typeface="Arial MT"/>
                <a:cs typeface="Arial MT"/>
              </a:rPr>
              <a:t>Z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285051" y="218936"/>
            <a:ext cx="49085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latin typeface="Arial MT"/>
                <a:cs typeface="Arial MT"/>
              </a:rPr>
              <a:t>OEZ</a:t>
            </a:r>
            <a:r>
              <a:rPr dirty="0" sz="550" spc="-35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-</a:t>
            </a:r>
            <a:r>
              <a:rPr dirty="0" sz="550" spc="55">
                <a:latin typeface="Arial MT"/>
                <a:cs typeface="Arial MT"/>
              </a:rPr>
              <a:t>TS-</a:t>
            </a:r>
            <a:r>
              <a:rPr dirty="0" sz="550" spc="-25">
                <a:solidFill>
                  <a:srgbClr val="161616"/>
                </a:solidFill>
                <a:latin typeface="Arial MT"/>
                <a:cs typeface="Arial MT"/>
              </a:rPr>
              <a:t>DO1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2560911" y="403056"/>
            <a:ext cx="52768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10">
                <a:latin typeface="Arial MT"/>
                <a:cs typeface="Arial MT"/>
              </a:rPr>
              <a:t>STYLE</a:t>
            </a:r>
            <a:r>
              <a:rPr dirty="0" sz="550" spc="170">
                <a:latin typeface="Arial MT"/>
                <a:cs typeface="Arial MT"/>
              </a:rPr>
              <a:t> </a:t>
            </a:r>
            <a:r>
              <a:rPr dirty="0" sz="550" spc="30">
                <a:latin typeface="Arial MT"/>
                <a:cs typeface="Arial MT"/>
              </a:rPr>
              <a:t>NAME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285850" y="403056"/>
            <a:ext cx="54038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131313"/>
                </a:solidFill>
                <a:latin typeface="Arial MT"/>
                <a:cs typeface="Arial MT"/>
              </a:rPr>
              <a:t>6E</a:t>
            </a:r>
            <a:r>
              <a:rPr dirty="0" sz="550" spc="9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COE'E</a:t>
            </a:r>
            <a:r>
              <a:rPr dirty="0" sz="550" spc="190">
                <a:latin typeface="Arial MT"/>
                <a:cs typeface="Arial MT"/>
              </a:rPr>
              <a:t> </a:t>
            </a:r>
            <a:r>
              <a:rPr dirty="0" sz="550" spc="-25">
                <a:latin typeface="Arial MT"/>
                <a:cs typeface="Arial MT"/>
              </a:rPr>
              <a:t>TEE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558519" y="587177"/>
            <a:ext cx="55308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latin typeface="Arial MT"/>
                <a:cs typeface="Arial MT"/>
              </a:rPr>
              <a:t>DESCRIPTION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282805" y="587177"/>
            <a:ext cx="88836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10">
                <a:latin typeface="Arial MT"/>
                <a:cs typeface="Arial MT"/>
              </a:rPr>
              <a:t>ROLJND</a:t>
            </a:r>
            <a:r>
              <a:rPr dirty="0" sz="550" spc="130">
                <a:latin typeface="Arial MT"/>
                <a:cs typeface="Arial MT"/>
              </a:rPr>
              <a:t> </a:t>
            </a:r>
            <a:r>
              <a:rPr dirty="0" sz="550" spc="10">
                <a:latin typeface="Arial MT"/>
                <a:cs typeface="Arial MT"/>
              </a:rPr>
              <a:t>NECK</a:t>
            </a:r>
            <a:r>
              <a:rPr dirty="0" sz="550" spc="110">
                <a:latin typeface="Arial MT"/>
                <a:cs typeface="Arial MT"/>
              </a:rPr>
              <a:t> </a:t>
            </a:r>
            <a:r>
              <a:rPr dirty="0" sz="550" spc="10">
                <a:latin typeface="Arial MT"/>
                <a:cs typeface="Arial MT"/>
              </a:rPr>
              <a:t>T-</a:t>
            </a:r>
            <a:r>
              <a:rPr dirty="0" sz="550" spc="-9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SH1RT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261747" y="1264018"/>
            <a:ext cx="37592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80">
                <a:latin typeface="Courier New"/>
                <a:cs typeface="Courier New"/>
              </a:rPr>
              <a:t>TOt(W)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2796893" y="1264018"/>
            <a:ext cx="8382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40">
                <a:latin typeface="Courier New"/>
                <a:cs typeface="Courier New"/>
              </a:rPr>
              <a:t>9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2368692" y="1603057"/>
            <a:ext cx="126364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25">
                <a:solidFill>
                  <a:srgbClr val="0F0F0F"/>
                </a:solidFill>
                <a:latin typeface="Arial Black"/>
                <a:cs typeface="Arial Black"/>
              </a:rPr>
              <a:t>1/0</a:t>
            </a:r>
            <a:endParaRPr sz="500">
              <a:latin typeface="Arial Black"/>
              <a:cs typeface="Arial Black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3131038" y="1442694"/>
            <a:ext cx="178435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>
                <a:solidFill>
                  <a:srgbClr val="232323"/>
                </a:solidFill>
                <a:latin typeface="Arial MT"/>
                <a:cs typeface="Arial MT"/>
              </a:rPr>
              <a:t>7</a:t>
            </a:r>
            <a:r>
              <a:rPr dirty="0" sz="500" spc="9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500" spc="-25">
                <a:solidFill>
                  <a:srgbClr val="151515"/>
                </a:solidFill>
                <a:latin typeface="Arial MT"/>
                <a:cs typeface="Arial MT"/>
              </a:rPr>
              <a:t>3/4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4315175" y="1251644"/>
            <a:ext cx="17018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Arial MT"/>
                <a:cs typeface="Arial MT"/>
              </a:rPr>
              <a:t>xxL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2735494" y="1596870"/>
            <a:ext cx="207010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4</a:t>
            </a:r>
            <a:r>
              <a:rPr dirty="0" sz="550" spc="8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131313"/>
                </a:solidFill>
                <a:latin typeface="Arial MT"/>
                <a:cs typeface="Arial MT"/>
              </a:rPr>
              <a:t>3/0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3133318" y="1596870"/>
            <a:ext cx="19494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50">
                <a:solidFill>
                  <a:srgbClr val="0F0F0F"/>
                </a:solidFill>
                <a:latin typeface="Arial MT"/>
                <a:cs typeface="Arial MT"/>
              </a:rPr>
              <a:t>4</a:t>
            </a:r>
            <a:r>
              <a:rPr dirty="0" sz="5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0C0C0C"/>
                </a:solidFill>
                <a:latin typeface="Arial MT"/>
                <a:cs typeface="Arial MT"/>
              </a:rPr>
              <a:t>1/2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3519266" y="1596870"/>
            <a:ext cx="20002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latin typeface="Arial MT"/>
                <a:cs typeface="Arial MT"/>
              </a:rPr>
              <a:t>4</a:t>
            </a:r>
            <a:r>
              <a:rPr dirty="0" sz="550" spc="85"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2A2A2A"/>
                </a:solidFill>
                <a:latin typeface="Arial MT"/>
                <a:cs typeface="Arial MT"/>
              </a:rPr>
              <a:t>5/0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3917090" y="1596870"/>
            <a:ext cx="189230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latin typeface="Arial MT"/>
                <a:cs typeface="Arial MT"/>
              </a:rPr>
              <a:t>4</a:t>
            </a:r>
            <a:r>
              <a:rPr dirty="0" sz="550" spc="55">
                <a:latin typeface="Arial MT"/>
                <a:cs typeface="Arial MT"/>
              </a:rPr>
              <a:t> </a:t>
            </a:r>
            <a:r>
              <a:rPr dirty="0" sz="550" spc="-25">
                <a:latin typeface="Arial MT"/>
                <a:cs typeface="Arial MT"/>
              </a:rPr>
              <a:t>4/4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4297099" y="1596870"/>
            <a:ext cx="200660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0C0C0C"/>
                </a:solidFill>
                <a:latin typeface="Arial MT"/>
                <a:cs typeface="Arial MT"/>
              </a:rPr>
              <a:t>4</a:t>
            </a:r>
            <a:r>
              <a:rPr dirty="0" sz="550" spc="8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111111"/>
                </a:solidFill>
                <a:latin typeface="Arial MT"/>
                <a:cs typeface="Arial MT"/>
              </a:rPr>
              <a:t>7/0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2395167" y="1763420"/>
            <a:ext cx="64769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 spc="-50">
                <a:solidFill>
                  <a:srgbClr val="343434"/>
                </a:solidFill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2740905" y="1763420"/>
            <a:ext cx="170815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>
                <a:latin typeface="Arial MT"/>
                <a:cs typeface="Arial MT"/>
              </a:rPr>
              <a:t>1 </a:t>
            </a:r>
            <a:r>
              <a:rPr dirty="0" sz="500" spc="-25">
                <a:latin typeface="Arial MT"/>
                <a:cs typeface="Arial MT"/>
              </a:rPr>
              <a:t>1/4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3921826" y="1757233"/>
            <a:ext cx="18478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20">
                <a:latin typeface="Arial MT"/>
                <a:cs typeface="Arial MT"/>
              </a:rPr>
              <a:t>11/4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4303183" y="1763668"/>
            <a:ext cx="170815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>
                <a:latin typeface="Arial MT"/>
                <a:cs typeface="Arial MT"/>
              </a:rPr>
              <a:t>1</a:t>
            </a:r>
            <a:r>
              <a:rPr dirty="0" sz="450" spc="40">
                <a:latin typeface="Arial MT"/>
                <a:cs typeface="Arial MT"/>
              </a:rPr>
              <a:t> </a:t>
            </a:r>
            <a:r>
              <a:rPr dirty="0" sz="450" spc="-25">
                <a:latin typeface="Arial MT"/>
                <a:cs typeface="Arial MT"/>
              </a:rPr>
              <a:t>1/4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2359547" y="2386561"/>
            <a:ext cx="135255" cy="41338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30"/>
              </a:spcBef>
            </a:pPr>
            <a:r>
              <a:rPr dirty="0" sz="600" spc="-30">
                <a:solidFill>
                  <a:srgbClr val="343434"/>
                </a:solidFill>
                <a:latin typeface="Cambria"/>
                <a:cs typeface="Cambria"/>
              </a:rPr>
              <a:t>1/2</a:t>
            </a:r>
            <a:endParaRPr sz="600">
              <a:latin typeface="Cambria"/>
              <a:cs typeface="Cambria"/>
            </a:endParaRPr>
          </a:p>
          <a:p>
            <a:pPr marL="18415">
              <a:lnSpc>
                <a:spcPct val="100000"/>
              </a:lnSpc>
              <a:spcBef>
                <a:spcPts val="500"/>
              </a:spcBef>
            </a:pPr>
            <a:r>
              <a:rPr dirty="0" sz="550" spc="-25">
                <a:solidFill>
                  <a:srgbClr val="383838"/>
                </a:solidFill>
                <a:latin typeface="Cambria"/>
                <a:cs typeface="Cambria"/>
              </a:rPr>
              <a:t>4</a:t>
            </a:r>
            <a:r>
              <a:rPr dirty="0" sz="550" spc="-25">
                <a:solidFill>
                  <a:srgbClr val="0F0F0F"/>
                </a:solidFill>
                <a:latin typeface="Cambria"/>
                <a:cs typeface="Cambria"/>
              </a:rPr>
              <a:t>f2</a:t>
            </a:r>
            <a:endParaRPr sz="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600" spc="-25">
                <a:solidFill>
                  <a:srgbClr val="0E0E0E"/>
                </a:solidFill>
                <a:latin typeface="Arial MT"/>
                <a:cs typeface="Arial MT"/>
              </a:rPr>
              <a:t>1/4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2355576" y="2893057"/>
            <a:ext cx="135255" cy="69532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650" spc="-25">
                <a:solidFill>
                  <a:srgbClr val="131313"/>
                </a:solidFill>
                <a:latin typeface="Courier New"/>
                <a:cs typeface="Courier New"/>
              </a:rPr>
              <a:t>)8</a:t>
            </a:r>
            <a:endParaRPr sz="650">
              <a:latin typeface="Courier New"/>
              <a:cs typeface="Courier New"/>
            </a:endParaRPr>
          </a:p>
          <a:p>
            <a:pPr marL="17145">
              <a:lnSpc>
                <a:spcPct val="100000"/>
              </a:lnSpc>
              <a:spcBef>
                <a:spcPts val="350"/>
              </a:spcBef>
            </a:pPr>
            <a:r>
              <a:rPr dirty="0" sz="550" spc="-25">
                <a:latin typeface="Arial MT"/>
                <a:cs typeface="Arial MT"/>
              </a:rPr>
              <a:t>1/4</a:t>
            </a:r>
            <a:endParaRPr sz="5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dirty="0" sz="550" spc="-25">
                <a:latin typeface="Arial MT"/>
                <a:cs typeface="Arial MT"/>
              </a:rPr>
              <a:t>1/4</a:t>
            </a:r>
            <a:endParaRPr sz="5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70"/>
              </a:spcBef>
            </a:pPr>
            <a:r>
              <a:rPr dirty="0" sz="550" spc="-25">
                <a:latin typeface="Arial MT"/>
                <a:cs typeface="Arial MT"/>
              </a:rPr>
              <a:t>1/4</a:t>
            </a:r>
            <a:endParaRPr sz="550">
              <a:latin typeface="Arial MT"/>
              <a:cs typeface="Arial MT"/>
            </a:endParaRPr>
          </a:p>
          <a:p>
            <a:pPr marL="56515">
              <a:lnSpc>
                <a:spcPct val="100000"/>
              </a:lnSpc>
              <a:spcBef>
                <a:spcPts val="370"/>
              </a:spcBef>
            </a:pPr>
            <a:r>
              <a:rPr dirty="0" sz="550" spc="-85" i="1">
                <a:solidFill>
                  <a:srgbClr val="262626"/>
                </a:solidFill>
                <a:latin typeface="Arial"/>
                <a:cs typeface="Arial"/>
              </a:rPr>
              <a:t>AB</a:t>
            </a:r>
            <a:endParaRPr sz="550">
              <a:latin typeface="Arial"/>
              <a:cs typeface="Arial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2361567" y="3735542"/>
            <a:ext cx="80645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-55">
                <a:latin typeface="Arial MT"/>
                <a:cs typeface="Arial MT"/>
              </a:rPr>
              <a:t>1/8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2710361" y="2334592"/>
            <a:ext cx="239395" cy="861694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L="23495" marR="10795" indent="8890">
              <a:lnSpc>
                <a:spcPct val="155900"/>
              </a:lnSpc>
              <a:spcBef>
                <a:spcPts val="140"/>
              </a:spcBef>
            </a:pPr>
            <a:r>
              <a:rPr dirty="0" sz="600" spc="-25">
                <a:latin typeface="Courier New"/>
                <a:cs typeface="Courier New"/>
              </a:rPr>
              <a:t>S9</a:t>
            </a:r>
            <a:r>
              <a:rPr dirty="0" sz="600" spc="500">
                <a:latin typeface="Courier New"/>
                <a:cs typeface="Courier New"/>
              </a:rPr>
              <a:t> </a:t>
            </a:r>
            <a:r>
              <a:rPr dirty="0" sz="600" spc="-25">
                <a:solidFill>
                  <a:srgbClr val="262626"/>
                </a:solidFill>
                <a:latin typeface="Arial MT"/>
                <a:cs typeface="Arial MT"/>
              </a:rPr>
              <a:t>30</a:t>
            </a:r>
            <a:r>
              <a:rPr dirty="0" sz="600" spc="50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0C0C0C"/>
                </a:solidFill>
                <a:latin typeface="Courier New"/>
                <a:cs typeface="Courier New"/>
              </a:rPr>
              <a:t>BO/6 </a:t>
            </a:r>
            <a:r>
              <a:rPr dirty="0" sz="600" spc="-25">
                <a:solidFill>
                  <a:srgbClr val="424242"/>
                </a:solidFill>
                <a:latin typeface="Courier New"/>
                <a:cs typeface="Courier New"/>
              </a:rPr>
              <a:t>8</a:t>
            </a:r>
            <a:r>
              <a:rPr dirty="0" sz="600" spc="-130">
                <a:solidFill>
                  <a:srgbClr val="424242"/>
                </a:solidFill>
                <a:latin typeface="Courier New"/>
                <a:cs typeface="Courier New"/>
              </a:rPr>
              <a:t> </a:t>
            </a:r>
            <a:r>
              <a:rPr dirty="0" sz="600" spc="-55">
                <a:solidFill>
                  <a:srgbClr val="343434"/>
                </a:solidFill>
                <a:latin typeface="Courier New"/>
                <a:cs typeface="Courier New"/>
              </a:rPr>
              <a:t>5/8</a:t>
            </a:r>
            <a:endParaRPr sz="600">
              <a:latin typeface="Courier New"/>
              <a:cs typeface="Courier New"/>
            </a:endParaRPr>
          </a:p>
          <a:p>
            <a:pPr algn="ctr" marL="635">
              <a:lnSpc>
                <a:spcPct val="100000"/>
              </a:lnSpc>
              <a:spcBef>
                <a:spcPts val="305"/>
              </a:spcBef>
            </a:pPr>
            <a:r>
              <a:rPr dirty="0" sz="600" spc="-20">
                <a:latin typeface="Courier New"/>
                <a:cs typeface="Courier New"/>
              </a:rPr>
              <a:t>43?8</a:t>
            </a:r>
            <a:endParaRPr sz="6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550" spc="-10">
                <a:latin typeface="Courier New"/>
                <a:cs typeface="Courier New"/>
              </a:rPr>
              <a:t>141£4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3174803" y="2386561"/>
            <a:ext cx="110489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25">
                <a:solidFill>
                  <a:srgbClr val="1D1D1D"/>
                </a:solidFill>
                <a:latin typeface="Arial MT"/>
                <a:cs typeface="Arial MT"/>
              </a:rPr>
              <a:t>41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3560908" y="2398934"/>
            <a:ext cx="121285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00">
                <a:solidFill>
                  <a:srgbClr val="0F0F0F"/>
                </a:solidFill>
                <a:latin typeface="Arial MT"/>
                <a:cs typeface="Arial MT"/>
              </a:rPr>
              <a:t>4S-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3891957" y="2392748"/>
            <a:ext cx="239395" cy="803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35"/>
              </a:spcBef>
            </a:pPr>
            <a:r>
              <a:rPr dirty="0" sz="550" spc="-25">
                <a:solidFill>
                  <a:srgbClr val="2F2F2F"/>
                </a:solidFill>
                <a:latin typeface="Consolas"/>
                <a:cs typeface="Consolas"/>
              </a:rPr>
              <a:t>45</a:t>
            </a:r>
            <a:endParaRPr sz="550">
              <a:latin typeface="Consolas"/>
              <a:cs typeface="Consolas"/>
            </a:endParaRPr>
          </a:p>
          <a:p>
            <a:pPr marL="73025">
              <a:lnSpc>
                <a:spcPct val="100000"/>
              </a:lnSpc>
              <a:spcBef>
                <a:spcPts val="505"/>
              </a:spcBef>
            </a:pPr>
            <a:r>
              <a:rPr dirty="0" sz="550" spc="-25">
                <a:latin typeface="Courier New"/>
                <a:cs typeface="Courier New"/>
              </a:rPr>
              <a:t>#S</a:t>
            </a:r>
            <a:endParaRPr sz="550">
              <a:latin typeface="Courier New"/>
              <a:cs typeface="Courier New"/>
            </a:endParaRPr>
          </a:p>
          <a:p>
            <a:pPr marL="27940">
              <a:lnSpc>
                <a:spcPct val="100000"/>
              </a:lnSpc>
              <a:spcBef>
                <a:spcPts val="415"/>
              </a:spcBef>
            </a:pPr>
            <a:r>
              <a:rPr dirty="0" sz="600">
                <a:latin typeface="Courier New"/>
                <a:cs typeface="Courier New"/>
              </a:rPr>
              <a:t>9</a:t>
            </a:r>
            <a:r>
              <a:rPr dirty="0" sz="600" spc="-155">
                <a:latin typeface="Courier New"/>
                <a:cs typeface="Courier New"/>
              </a:rPr>
              <a:t> </a:t>
            </a:r>
            <a:r>
              <a:rPr dirty="0" sz="600" spc="-25">
                <a:latin typeface="Courier New"/>
                <a:cs typeface="Courier New"/>
              </a:rPr>
              <a:t>1/2</a:t>
            </a:r>
            <a:endParaRPr sz="600">
              <a:latin typeface="Courier New"/>
              <a:cs typeface="Courier New"/>
            </a:endParaRPr>
          </a:p>
          <a:p>
            <a:pPr marL="23495">
              <a:lnSpc>
                <a:spcPct val="100000"/>
              </a:lnSpc>
              <a:spcBef>
                <a:spcPts val="355"/>
              </a:spcBef>
            </a:pPr>
            <a:r>
              <a:rPr dirty="0" sz="600">
                <a:solidFill>
                  <a:srgbClr val="8C8C8C"/>
                </a:solidFill>
                <a:latin typeface="Courier New"/>
                <a:cs typeface="Courier New"/>
              </a:rPr>
              <a:t>1</a:t>
            </a:r>
            <a:r>
              <a:rPr dirty="0" sz="600" spc="-170">
                <a:solidFill>
                  <a:srgbClr val="8C8C8C"/>
                </a:solidFill>
                <a:latin typeface="Courier New"/>
                <a:cs typeface="Courier New"/>
              </a:rPr>
              <a:t> </a:t>
            </a:r>
            <a:r>
              <a:rPr dirty="0" sz="600" spc="-25">
                <a:solidFill>
                  <a:srgbClr val="1D1D1D"/>
                </a:solidFill>
                <a:latin typeface="Courier New"/>
                <a:cs typeface="Courier New"/>
              </a:rPr>
              <a:t>84</a:t>
            </a:r>
            <a:endParaRPr sz="600">
              <a:latin typeface="Courier New"/>
              <a:cs typeface="Courier New"/>
            </a:endParaRPr>
          </a:p>
          <a:p>
            <a:pPr marL="29209">
              <a:lnSpc>
                <a:spcPct val="100000"/>
              </a:lnSpc>
              <a:spcBef>
                <a:spcPts val="310"/>
              </a:spcBef>
            </a:pPr>
            <a:r>
              <a:rPr dirty="0" sz="600">
                <a:solidFill>
                  <a:srgbClr val="484848"/>
                </a:solidFill>
                <a:latin typeface="Courier New"/>
                <a:cs typeface="Courier New"/>
              </a:rPr>
              <a:t>0</a:t>
            </a:r>
            <a:r>
              <a:rPr dirty="0" sz="600" spc="-170">
                <a:solidFill>
                  <a:srgbClr val="484848"/>
                </a:solidFill>
                <a:latin typeface="Courier New"/>
                <a:cs typeface="Courier New"/>
              </a:rPr>
              <a:t> </a:t>
            </a:r>
            <a:r>
              <a:rPr dirty="0" sz="600" spc="-25">
                <a:solidFill>
                  <a:srgbClr val="0F0F0F"/>
                </a:solidFill>
                <a:latin typeface="Courier New"/>
                <a:cs typeface="Courier New"/>
              </a:rPr>
              <a:t>1£8</a:t>
            </a:r>
            <a:endParaRPr sz="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550" spc="-10">
                <a:solidFill>
                  <a:srgbClr val="0F0F0F"/>
                </a:solidFill>
                <a:latin typeface="Courier New"/>
                <a:cs typeface="Courier New"/>
              </a:rPr>
              <a:t>1GJ/2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3113982" y="2637500"/>
            <a:ext cx="216535" cy="558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7145" marR="5080">
              <a:lnSpc>
                <a:spcPct val="149400"/>
              </a:lnSpc>
              <a:spcBef>
                <a:spcPts val="90"/>
              </a:spcBef>
            </a:pPr>
            <a:r>
              <a:rPr dirty="0" sz="600" spc="-45">
                <a:solidFill>
                  <a:srgbClr val="181818"/>
                </a:solidFill>
                <a:latin typeface="Courier New"/>
                <a:cs typeface="Courier New"/>
              </a:rPr>
              <a:t>B</a:t>
            </a:r>
            <a:r>
              <a:rPr dirty="0" sz="600" spc="-155">
                <a:solidFill>
                  <a:srgbClr val="181818"/>
                </a:solidFill>
                <a:latin typeface="Courier New"/>
                <a:cs typeface="Courier New"/>
              </a:rPr>
              <a:t> </a:t>
            </a:r>
            <a:r>
              <a:rPr dirty="0" sz="600" spc="-70">
                <a:latin typeface="Courier New"/>
                <a:cs typeface="Courier New"/>
              </a:rPr>
              <a:t>5f4 </a:t>
            </a:r>
            <a:r>
              <a:rPr dirty="0" sz="600" spc="-50">
                <a:solidFill>
                  <a:srgbClr val="181818"/>
                </a:solidFill>
                <a:latin typeface="Courier New"/>
                <a:cs typeface="Courier New"/>
              </a:rPr>
              <a:t>7</a:t>
            </a:r>
            <a:endParaRPr sz="600">
              <a:latin typeface="Courier New"/>
              <a:cs typeface="Courier New"/>
            </a:endParaRPr>
          </a:p>
          <a:p>
            <a:pPr algn="ctr" marR="15240">
              <a:lnSpc>
                <a:spcPct val="100000"/>
              </a:lnSpc>
              <a:spcBef>
                <a:spcPts val="310"/>
              </a:spcBef>
            </a:pPr>
            <a:r>
              <a:rPr dirty="0" sz="600">
                <a:solidFill>
                  <a:srgbClr val="0F0F0F"/>
                </a:solidFill>
                <a:latin typeface="Courier New"/>
                <a:cs typeface="Courier New"/>
              </a:rPr>
              <a:t>4</a:t>
            </a:r>
            <a:r>
              <a:rPr dirty="0" sz="600" spc="-16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600" spc="-25">
                <a:solidFill>
                  <a:srgbClr val="3A3A3A"/>
                </a:solidFill>
                <a:latin typeface="Courier New"/>
                <a:cs typeface="Courier New"/>
              </a:rPr>
              <a:t>3M</a:t>
            </a:r>
            <a:endParaRPr sz="600">
              <a:latin typeface="Courier New"/>
              <a:cs typeface="Courier New"/>
            </a:endParaRPr>
          </a:p>
          <a:p>
            <a:pPr algn="ctr" marL="1905">
              <a:lnSpc>
                <a:spcPct val="100000"/>
              </a:lnSpc>
              <a:spcBef>
                <a:spcPts val="360"/>
              </a:spcBef>
            </a:pPr>
            <a:r>
              <a:rPr dirty="0" sz="550" spc="-25">
                <a:latin typeface="Courier New"/>
                <a:cs typeface="Courier New"/>
              </a:rPr>
              <a:t>10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3488159" y="2637500"/>
            <a:ext cx="259715" cy="558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6195" marR="21590" indent="-1270">
              <a:lnSpc>
                <a:spcPct val="149400"/>
              </a:lnSpc>
              <a:spcBef>
                <a:spcPts val="90"/>
              </a:spcBef>
            </a:pPr>
            <a:r>
              <a:rPr dirty="0" sz="600" spc="-20">
                <a:solidFill>
                  <a:srgbClr val="151515"/>
                </a:solidFill>
                <a:latin typeface="Courier New"/>
                <a:cs typeface="Courier New"/>
              </a:rPr>
              <a:t>$118 </a:t>
            </a:r>
            <a:r>
              <a:rPr dirty="0" sz="600" spc="-20">
                <a:solidFill>
                  <a:srgbClr val="1F1F1F"/>
                </a:solidFill>
                <a:latin typeface="Courier New"/>
                <a:cs typeface="Courier New"/>
              </a:rPr>
              <a:t>78£B</a:t>
            </a:r>
            <a:endParaRPr sz="600">
              <a:latin typeface="Courier New"/>
              <a:cs typeface="Courier New"/>
            </a:endParaRPr>
          </a:p>
          <a:p>
            <a:pPr marL="36195">
              <a:lnSpc>
                <a:spcPct val="100000"/>
              </a:lnSpc>
              <a:spcBef>
                <a:spcPts val="310"/>
              </a:spcBef>
            </a:pPr>
            <a:r>
              <a:rPr dirty="0" sz="600" spc="-20">
                <a:solidFill>
                  <a:srgbClr val="111111"/>
                </a:solidFill>
                <a:latin typeface="Courier New"/>
                <a:cs typeface="Courier New"/>
              </a:rPr>
              <a:t>47?B</a:t>
            </a:r>
            <a:endParaRPr sz="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550" spc="-10">
                <a:solidFill>
                  <a:srgbClr val="363636"/>
                </a:solidFill>
                <a:latin typeface="Courier New"/>
                <a:cs typeface="Courier New"/>
              </a:rPr>
              <a:t>IC</a:t>
            </a:r>
            <a:r>
              <a:rPr dirty="0" sz="550" spc="-120">
                <a:solidFill>
                  <a:srgbClr val="363636"/>
                </a:solidFill>
                <a:latin typeface="Courier New"/>
                <a:cs typeface="Courier New"/>
              </a:rPr>
              <a:t> </a:t>
            </a:r>
            <a:r>
              <a:rPr dirty="0" sz="550" spc="-25">
                <a:solidFill>
                  <a:srgbClr val="242424"/>
                </a:solidFill>
                <a:latin typeface="Courier New"/>
                <a:cs typeface="Courier New"/>
              </a:rPr>
              <a:t>3Y4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4272582" y="2637500"/>
            <a:ext cx="234950" cy="558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8575" marR="17145" indent="4445">
              <a:lnSpc>
                <a:spcPct val="149400"/>
              </a:lnSpc>
              <a:spcBef>
                <a:spcPts val="90"/>
              </a:spcBef>
            </a:pPr>
            <a:r>
              <a:rPr dirty="0" sz="600" spc="-30">
                <a:solidFill>
                  <a:srgbClr val="181818"/>
                </a:solidFill>
                <a:latin typeface="Courier New"/>
                <a:cs typeface="Courier New"/>
              </a:rPr>
              <a:t>OIlB </a:t>
            </a:r>
            <a:r>
              <a:rPr dirty="0" sz="600" spc="-25">
                <a:latin typeface="Courier New"/>
                <a:cs typeface="Courier New"/>
              </a:rPr>
              <a:t>8J/8</a:t>
            </a:r>
            <a:endParaRPr sz="600">
              <a:latin typeface="Courier New"/>
              <a:cs typeface="Courier New"/>
            </a:endParaRPr>
          </a:p>
          <a:p>
            <a:pPr marL="29845">
              <a:lnSpc>
                <a:spcPct val="100000"/>
              </a:lnSpc>
              <a:spcBef>
                <a:spcPts val="310"/>
              </a:spcBef>
            </a:pPr>
            <a:r>
              <a:rPr dirty="0" sz="600" spc="-35">
                <a:solidFill>
                  <a:srgbClr val="1C1C1C"/>
                </a:solidFill>
                <a:latin typeface="Courier New"/>
                <a:cs typeface="Courier New"/>
              </a:rPr>
              <a:t>5</a:t>
            </a:r>
            <a:r>
              <a:rPr dirty="0" sz="600" spc="-180">
                <a:solidFill>
                  <a:srgbClr val="1C1C1C"/>
                </a:solidFill>
                <a:latin typeface="Courier New"/>
                <a:cs typeface="Courier New"/>
              </a:rPr>
              <a:t> </a:t>
            </a:r>
            <a:r>
              <a:rPr dirty="0" sz="600" spc="-25">
                <a:solidFill>
                  <a:srgbClr val="131313"/>
                </a:solidFill>
                <a:latin typeface="Courier New"/>
                <a:cs typeface="Courier New"/>
              </a:rPr>
              <a:t>3£8</a:t>
            </a:r>
            <a:endParaRPr sz="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550" spc="-10">
                <a:latin typeface="Courier New"/>
                <a:cs typeface="Courier New"/>
              </a:rPr>
              <a:t>77]fO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2727237" y="3310380"/>
            <a:ext cx="205740" cy="53467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390"/>
              </a:spcBef>
            </a:pPr>
            <a:r>
              <a:rPr dirty="0" sz="550" spc="-25">
                <a:solidFill>
                  <a:srgbClr val="0E0E0E"/>
                </a:solidFill>
                <a:latin typeface="Arial MT"/>
                <a:cs typeface="Arial MT"/>
              </a:rPr>
              <a:t>27</a:t>
            </a:r>
            <a:endParaRPr sz="55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320"/>
              </a:spcBef>
            </a:pPr>
            <a:r>
              <a:rPr dirty="0" sz="600" spc="-20">
                <a:latin typeface="Arial MT"/>
                <a:cs typeface="Arial MT"/>
              </a:rPr>
              <a:t>81/4</a:t>
            </a:r>
            <a:endParaRPr sz="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550" spc="40">
                <a:solidFill>
                  <a:srgbClr val="575757"/>
                </a:solidFill>
                <a:latin typeface="Arial MT"/>
                <a:cs typeface="Arial MT"/>
              </a:rPr>
              <a:t>?’</a:t>
            </a:r>
            <a:r>
              <a:rPr dirty="0" sz="550" spc="40">
                <a:solidFill>
                  <a:srgbClr val="161616"/>
                </a:solidFill>
                <a:latin typeface="Arial MT"/>
                <a:cs typeface="Arial MT"/>
              </a:rPr>
              <a:t>s/0</a:t>
            </a:r>
            <a:endParaRPr sz="55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320"/>
              </a:spcBef>
            </a:pPr>
            <a:r>
              <a:rPr dirty="0" sz="600" spc="-20">
                <a:solidFill>
                  <a:srgbClr val="111111"/>
                </a:solidFill>
                <a:latin typeface="Arial MT"/>
                <a:cs typeface="Arial MT"/>
              </a:rPr>
              <a:t>7s/8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3102373" y="3310380"/>
            <a:ext cx="237490" cy="53467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dirty="0" sz="550" spc="45">
                <a:latin typeface="Arial MT"/>
                <a:cs typeface="Arial MT"/>
              </a:rPr>
              <a:t>271/2</a:t>
            </a:r>
            <a:endParaRPr sz="5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600" spc="35">
                <a:latin typeface="Arial MT"/>
                <a:cs typeface="Arial MT"/>
              </a:rPr>
              <a:t>81/z</a:t>
            </a:r>
            <a:endParaRPr sz="600">
              <a:latin typeface="Arial MT"/>
              <a:cs typeface="Arial MT"/>
            </a:endParaRPr>
          </a:p>
          <a:p>
            <a:pPr algn="ctr" marR="31115">
              <a:lnSpc>
                <a:spcPct val="100000"/>
              </a:lnSpc>
              <a:spcBef>
                <a:spcPts val="310"/>
              </a:spcBef>
            </a:pPr>
            <a:r>
              <a:rPr dirty="0" sz="550" spc="-50">
                <a:latin typeface="Arial MT"/>
                <a:cs typeface="Arial MT"/>
              </a:rPr>
              <a:t>4</a:t>
            </a:r>
            <a:endParaRPr sz="5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600" spc="30">
                <a:solidFill>
                  <a:srgbClr val="0F0F0F"/>
                </a:solidFill>
                <a:latin typeface="Arial MT"/>
                <a:cs typeface="Arial MT"/>
              </a:rPr>
              <a:t>7a/4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3511326" y="3310380"/>
            <a:ext cx="220345" cy="53467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390"/>
              </a:spcBef>
            </a:pPr>
            <a:r>
              <a:rPr dirty="0" sz="550" spc="-25">
                <a:latin typeface="Arial MT"/>
                <a:cs typeface="Arial MT"/>
              </a:rPr>
              <a:t>28</a:t>
            </a:r>
            <a:endParaRPr sz="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600" spc="50">
                <a:latin typeface="Arial MT"/>
                <a:cs typeface="Arial MT"/>
              </a:rPr>
              <a:t>e3r4</a:t>
            </a:r>
            <a:endParaRPr sz="60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310"/>
              </a:spcBef>
            </a:pPr>
            <a:r>
              <a:rPr dirty="0" sz="550" spc="70">
                <a:solidFill>
                  <a:srgbClr val="1C1C1C"/>
                </a:solidFill>
                <a:latin typeface="Arial MT"/>
                <a:cs typeface="Arial MT"/>
              </a:rPr>
              <a:t>7;'/o</a:t>
            </a:r>
            <a:endParaRPr sz="55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320"/>
              </a:spcBef>
            </a:pPr>
            <a:r>
              <a:rPr dirty="0" sz="600" spc="-20">
                <a:solidFill>
                  <a:srgbClr val="0C0C0C"/>
                </a:solidFill>
                <a:latin typeface="Arial MT"/>
                <a:cs typeface="Arial MT"/>
              </a:rPr>
              <a:t>zzy8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3892082" y="3310380"/>
            <a:ext cx="238125" cy="53467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dirty="0" sz="550" spc="50">
                <a:latin typeface="Arial MT"/>
                <a:cs typeface="Arial MT"/>
              </a:rPr>
              <a:t>28J/2</a:t>
            </a:r>
            <a:endParaRPr sz="550">
              <a:latin typeface="Arial MT"/>
              <a:cs typeface="Arial MT"/>
            </a:endParaRPr>
          </a:p>
          <a:p>
            <a:pPr algn="ctr" marL="4445">
              <a:lnSpc>
                <a:spcPct val="100000"/>
              </a:lnSpc>
              <a:spcBef>
                <a:spcPts val="320"/>
              </a:spcBef>
            </a:pPr>
            <a:r>
              <a:rPr dirty="0" sz="600" spc="-50">
                <a:solidFill>
                  <a:srgbClr val="151515"/>
                </a:solidFill>
                <a:latin typeface="Arial MT"/>
                <a:cs typeface="Arial MT"/>
              </a:rPr>
              <a:t>e</a:t>
            </a:r>
            <a:endParaRPr sz="600">
              <a:latin typeface="Arial MT"/>
              <a:cs typeface="Arial MT"/>
            </a:endParaRPr>
          </a:p>
          <a:p>
            <a:pPr algn="ctr" marL="6350">
              <a:lnSpc>
                <a:spcPct val="100000"/>
              </a:lnSpc>
              <a:spcBef>
                <a:spcPts val="310"/>
              </a:spcBef>
            </a:pPr>
            <a:r>
              <a:rPr dirty="0" sz="550" spc="40">
                <a:latin typeface="Arial MT"/>
                <a:cs typeface="Arial MT"/>
              </a:rPr>
              <a:t>41/4</a:t>
            </a:r>
            <a:endParaRPr sz="550">
              <a:latin typeface="Arial MT"/>
              <a:cs typeface="Arial MT"/>
            </a:endParaRPr>
          </a:p>
          <a:p>
            <a:pPr algn="ctr" marL="4445">
              <a:lnSpc>
                <a:spcPct val="100000"/>
              </a:lnSpc>
              <a:spcBef>
                <a:spcPts val="320"/>
              </a:spcBef>
            </a:pPr>
            <a:r>
              <a:rPr dirty="0" sz="600" spc="-50">
                <a:solidFill>
                  <a:srgbClr val="2D2D2D"/>
                </a:solidFill>
                <a:latin typeface="Arial MT"/>
                <a:cs typeface="Arial MT"/>
              </a:rPr>
              <a:t>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4291162" y="3310380"/>
            <a:ext cx="206375" cy="53467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390"/>
              </a:spcBef>
            </a:pPr>
            <a:r>
              <a:rPr dirty="0" sz="550" spc="-25">
                <a:latin typeface="Arial MT"/>
                <a:cs typeface="Arial MT"/>
              </a:rPr>
              <a:t>29</a:t>
            </a:r>
            <a:endParaRPr sz="550">
              <a:latin typeface="Arial MT"/>
              <a:cs typeface="Arial MT"/>
            </a:endParaRPr>
          </a:p>
          <a:p>
            <a:pPr marL="16510">
              <a:lnSpc>
                <a:spcPct val="100000"/>
              </a:lnSpc>
              <a:spcBef>
                <a:spcPts val="320"/>
              </a:spcBef>
            </a:pPr>
            <a:r>
              <a:rPr dirty="0" sz="600" spc="-20">
                <a:solidFill>
                  <a:srgbClr val="181818"/>
                </a:solidFill>
                <a:latin typeface="Arial MT"/>
                <a:cs typeface="Arial MT"/>
              </a:rPr>
              <a:t>e1/4</a:t>
            </a:r>
            <a:endParaRPr sz="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550">
                <a:latin typeface="Arial MT"/>
                <a:cs typeface="Arial MT"/>
              </a:rPr>
              <a:t>4</a:t>
            </a:r>
            <a:r>
              <a:rPr dirty="0" sz="550" spc="80"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333333"/>
                </a:solidFill>
                <a:latin typeface="Arial MT"/>
                <a:cs typeface="Arial MT"/>
              </a:rPr>
              <a:t>3/o</a:t>
            </a:r>
            <a:endParaRPr sz="55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320"/>
              </a:spcBef>
            </a:pPr>
            <a:r>
              <a:rPr dirty="0" sz="600" spc="-20">
                <a:solidFill>
                  <a:srgbClr val="111111"/>
                </a:solidFill>
                <a:latin typeface="Arial MT"/>
                <a:cs typeface="Arial MT"/>
              </a:rPr>
              <a:t>81/a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4720117" y="3729106"/>
            <a:ext cx="35496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40">
                <a:latin typeface="Arial MT"/>
                <a:cs typeface="Arial MT"/>
              </a:rPr>
              <a:t>LEGEND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5673436" y="1305841"/>
            <a:ext cx="7048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5723510" y="34815"/>
            <a:ext cx="48069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40">
                <a:solidFill>
                  <a:srgbClr val="232323"/>
                </a:solidFill>
                <a:latin typeface="Arial MT"/>
                <a:cs typeface="Arial MT"/>
              </a:rPr>
              <a:t>MEN</a:t>
            </a:r>
            <a:r>
              <a:rPr dirty="0" sz="550" spc="40">
                <a:latin typeface="Arial MT"/>
                <a:cs typeface="Arial MT"/>
              </a:rPr>
              <a:t>SW</a:t>
            </a:r>
            <a:r>
              <a:rPr dirty="0" sz="550" spc="-65">
                <a:latin typeface="Arial MT"/>
                <a:cs typeface="Arial MT"/>
              </a:rPr>
              <a:t> </a:t>
            </a:r>
            <a:r>
              <a:rPr dirty="0" sz="550" spc="-25">
                <a:latin typeface="Arial MT"/>
                <a:cs typeface="Arial MT"/>
              </a:rPr>
              <a:t>EAR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5723185" y="403056"/>
            <a:ext cx="51625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latin typeface="Arial MT"/>
                <a:cs typeface="Arial MT"/>
              </a:rPr>
              <a:t>RE</a:t>
            </a:r>
            <a:r>
              <a:rPr dirty="0" sz="550" spc="-70"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2F2F2F"/>
                </a:solidFill>
                <a:latin typeface="Arial MT"/>
                <a:cs typeface="Arial MT"/>
              </a:rPr>
              <a:t>G</a:t>
            </a:r>
            <a:r>
              <a:rPr dirty="0" sz="550">
                <a:latin typeface="Arial MT"/>
                <a:cs typeface="Arial MT"/>
              </a:rPr>
              <a:t>ULA</a:t>
            </a:r>
            <a:r>
              <a:rPr dirty="0" sz="550" spc="-45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P</a:t>
            </a:r>
            <a:r>
              <a:rPr dirty="0" sz="550" spc="114"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3B3B3B"/>
                </a:solidFill>
                <a:latin typeface="Arial MT"/>
                <a:cs typeface="Arial MT"/>
              </a:rPr>
              <a:t>FU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5717712" y="580990"/>
            <a:ext cx="58991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65">
                <a:latin typeface="Consolas"/>
                <a:cs typeface="Consolas"/>
              </a:rPr>
              <a:t>]OOX</a:t>
            </a:r>
            <a:r>
              <a:rPr dirty="0" sz="600" spc="-70">
                <a:latin typeface="Consolas"/>
                <a:cs typeface="Consolas"/>
              </a:rPr>
              <a:t> </a:t>
            </a:r>
            <a:r>
              <a:rPr dirty="0" sz="600" spc="90">
                <a:latin typeface="Consolas"/>
                <a:cs typeface="Consolas"/>
              </a:rPr>
              <a:t>COTTON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5723794" y="3229209"/>
            <a:ext cx="90805" cy="144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10">
                <a:latin typeface="Courier New"/>
                <a:cs typeface="Courier New"/>
              </a:rPr>
              <a:t>8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6183205" y="2083652"/>
            <a:ext cx="24828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50">
                <a:solidFill>
                  <a:srgbClr val="212121"/>
                </a:solidFill>
                <a:latin typeface="Courier New"/>
                <a:cs typeface="Courier New"/>
              </a:rPr>
              <a:t>18"</a:t>
            </a:r>
            <a:r>
              <a:rPr dirty="0" sz="600" spc="50">
                <a:solidFill>
                  <a:srgbClr val="CCAAA8"/>
                </a:solidFill>
                <a:latin typeface="Courier New"/>
                <a:cs typeface="Courier New"/>
              </a:rPr>
              <a:t>"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6920345" y="2333353"/>
            <a:ext cx="11112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35">
                <a:latin typeface="Arial MT"/>
                <a:cs typeface="Arial MT"/>
              </a:rPr>
              <a:t>1A</a:t>
            </a:r>
            <a:r>
              <a:rPr dirty="0" sz="550" spc="-35">
                <a:solidFill>
                  <a:srgbClr val="D19AA8"/>
                </a:solidFill>
                <a:latin typeface="Arial MT"/>
                <a:cs typeface="Arial MT"/>
              </a:rPr>
              <a:t>,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6186094" y="4430695"/>
            <a:ext cx="899794" cy="927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0" spc="-10">
                <a:solidFill>
                  <a:srgbClr val="0F0F0F"/>
                </a:solidFill>
                <a:latin typeface="Arial MT"/>
                <a:cs typeface="Arial MT"/>
              </a:rPr>
              <a:t>12.</a:t>
            </a:r>
            <a:r>
              <a:rPr dirty="0" sz="400" spc="465">
                <a:solidFill>
                  <a:srgbClr val="0F0F0F"/>
                </a:solidFill>
                <a:latin typeface="Arial MT"/>
                <a:cs typeface="Arial MT"/>
              </a:rPr>
              <a:t>  </a:t>
            </a:r>
            <a:r>
              <a:rPr dirty="0" sz="400">
                <a:solidFill>
                  <a:srgbClr val="181818"/>
                </a:solidFill>
                <a:latin typeface="Arial MT"/>
                <a:cs typeface="Arial MT"/>
              </a:rPr>
              <a:t>Bicc</a:t>
            </a:r>
            <a:r>
              <a:rPr dirty="0" sz="400" spc="-3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2D2D2D"/>
                </a:solidFill>
                <a:latin typeface="Arial MT"/>
                <a:cs typeface="Arial MT"/>
              </a:rPr>
              <a:t>po</a:t>
            </a:r>
            <a:r>
              <a:rPr dirty="0" sz="400" spc="4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212121"/>
                </a:solidFill>
                <a:latin typeface="Arial MT"/>
                <a:cs typeface="Arial MT"/>
              </a:rPr>
              <a:t>1"</a:t>
            </a:r>
            <a:r>
              <a:rPr dirty="0" sz="40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1D1D1D"/>
                </a:solidFill>
                <a:latin typeface="Arial MT"/>
                <a:cs typeface="Arial MT"/>
              </a:rPr>
              <a:t>Bclow</a:t>
            </a:r>
            <a:r>
              <a:rPr dirty="0" sz="400" spc="9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161616"/>
                </a:solidFill>
                <a:latin typeface="Arial MT"/>
                <a:cs typeface="Arial MT"/>
              </a:rPr>
              <a:t>dem</a:t>
            </a:r>
            <a:r>
              <a:rPr dirty="0" sz="400" spc="5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400" spc="-20">
                <a:solidFill>
                  <a:srgbClr val="424242"/>
                </a:solidFill>
                <a:latin typeface="Arial MT"/>
                <a:cs typeface="Arial MT"/>
              </a:rPr>
              <a:t>hole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6185422" y="4679902"/>
            <a:ext cx="77724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>
                <a:latin typeface="Arial MT"/>
                <a:cs typeface="Arial MT"/>
              </a:rPr>
              <a:t>1a.</a:t>
            </a:r>
            <a:r>
              <a:rPr dirty="0" sz="450" spc="204">
                <a:latin typeface="Arial MT"/>
                <a:cs typeface="Arial MT"/>
              </a:rPr>
              <a:t>  </a:t>
            </a:r>
            <a:r>
              <a:rPr dirty="0" sz="450" spc="-20">
                <a:latin typeface="Arial MT"/>
                <a:cs typeface="Arial MT"/>
              </a:rPr>
              <a:t>/=rorrt</a:t>
            </a:r>
            <a:r>
              <a:rPr dirty="0" sz="450" spc="120">
                <a:latin typeface="Arial MT"/>
                <a:cs typeface="Arial MT"/>
              </a:rPr>
              <a:t> </a:t>
            </a:r>
            <a:r>
              <a:rPr dirty="0" sz="450">
                <a:solidFill>
                  <a:srgbClr val="212121"/>
                </a:solidFill>
                <a:latin typeface="Arial MT"/>
                <a:cs typeface="Arial MT"/>
              </a:rPr>
              <a:t>ler.g‹u </a:t>
            </a:r>
            <a:r>
              <a:rPr dirty="0" sz="450">
                <a:solidFill>
                  <a:srgbClr val="3D3D3D"/>
                </a:solidFill>
                <a:latin typeface="Arial MT"/>
                <a:cs typeface="Arial MT"/>
              </a:rPr>
              <a:t>rrom</a:t>
            </a:r>
            <a:r>
              <a:rPr dirty="0" sz="450" spc="6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450" spc="-45">
                <a:solidFill>
                  <a:srgbClr val="4B4B4B"/>
                </a:solidFill>
                <a:latin typeface="Arial MT"/>
                <a:cs typeface="Arial MT"/>
              </a:rPr>
              <a:t>i-</a:t>
            </a:r>
            <a:r>
              <a:rPr dirty="0" sz="450" spc="-25">
                <a:solidFill>
                  <a:srgbClr val="4B4B4B"/>
                </a:solidFill>
                <a:latin typeface="Arial MT"/>
                <a:cs typeface="Arial MT"/>
              </a:rPr>
              <a:t>1</a:t>
            </a:r>
            <a:r>
              <a:rPr dirty="0" sz="450" spc="-25">
                <a:solidFill>
                  <a:srgbClr val="181818"/>
                </a:solidFill>
                <a:latin typeface="Arial MT"/>
                <a:cs typeface="Arial MT"/>
              </a:rPr>
              <a:t>ns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361551" y="218936"/>
            <a:ext cx="369570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latin typeface="Arial MT"/>
                <a:cs typeface="Arial MT"/>
              </a:rPr>
              <a:t>VERSION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7361994" y="580990"/>
            <a:ext cx="58166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>
                <a:latin typeface="Arial MT"/>
                <a:cs typeface="Arial MT"/>
              </a:rPr>
              <a:t>APPROVED</a:t>
            </a:r>
            <a:r>
              <a:rPr dirty="0" sz="600" spc="5">
                <a:latin typeface="Arial MT"/>
                <a:cs typeface="Arial MT"/>
              </a:rPr>
              <a:t> </a:t>
            </a:r>
            <a:r>
              <a:rPr dirty="0" sz="600" spc="-25">
                <a:latin typeface="Arial MT"/>
                <a:cs typeface="Arial MT"/>
              </a:rPr>
              <a:t>BY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8102875" y="212749"/>
            <a:ext cx="13271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35">
                <a:latin typeface="Consolas"/>
                <a:cs typeface="Consolas"/>
              </a:rPr>
              <a:t>J.0</a:t>
            </a:r>
            <a:endParaRPr sz="600">
              <a:latin typeface="Consolas"/>
              <a:cs typeface="Consolas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8127834" y="580990"/>
            <a:ext cx="50482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91490" algn="l"/>
              </a:tabLst>
            </a:pPr>
            <a:r>
              <a:rPr dirty="0" u="heavy" sz="600">
                <a:uFill>
                  <a:solidFill>
                    <a:srgbClr val="1C1C1C"/>
                  </a:solidFill>
                </a:uFill>
                <a:latin typeface="Arial MT"/>
                <a:cs typeface="Arial MT"/>
              </a:rPr>
              <a:t>	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8167837" y="1828259"/>
            <a:ext cx="86995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00" spc="-25">
                <a:latin typeface="Arial MT"/>
                <a:cs typeface="Arial MT"/>
              </a:rPr>
              <a:t>IS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8820397" y="1899779"/>
            <a:ext cx="92710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25">
                <a:latin typeface="Arial MT"/>
                <a:cs typeface="Arial MT"/>
              </a:rPr>
              <a:t>12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7593322" y="4430695"/>
            <a:ext cx="694055" cy="927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0">
                <a:latin typeface="Arial MT"/>
                <a:cs typeface="Arial MT"/>
              </a:rPr>
              <a:t>10.</a:t>
            </a:r>
            <a:r>
              <a:rPr dirty="0" sz="400" spc="484">
                <a:latin typeface="Arial MT"/>
                <a:cs typeface="Arial MT"/>
              </a:rPr>
              <a:t> </a:t>
            </a:r>
            <a:r>
              <a:rPr dirty="0" sz="400" spc="55">
                <a:latin typeface="Arial MT"/>
                <a:cs typeface="Arial MT"/>
              </a:rPr>
              <a:t>Bottom</a:t>
            </a:r>
            <a:r>
              <a:rPr dirty="0" sz="400" spc="30">
                <a:latin typeface="Arial MT"/>
                <a:cs typeface="Arial MT"/>
              </a:rPr>
              <a:t> </a:t>
            </a:r>
            <a:r>
              <a:rPr dirty="0" sz="400">
                <a:solidFill>
                  <a:srgbClr val="161616"/>
                </a:solidFill>
                <a:latin typeface="Arial MT"/>
                <a:cs typeface="Arial MT"/>
              </a:rPr>
              <a:t>To•I</a:t>
            </a:r>
            <a:r>
              <a:rPr dirty="0" sz="400" spc="1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400" spc="40">
                <a:solidFill>
                  <a:srgbClr val="111111"/>
                </a:solidFill>
                <a:latin typeface="Arial MT"/>
                <a:cs typeface="Arial MT"/>
              </a:rPr>
              <a:t>hc‹ghl</a:t>
            </a:r>
            <a:endParaRPr sz="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BEZ-26-001-down</dc:title>
  <dcterms:created xsi:type="dcterms:W3CDTF">2026-06-14T16:31:22Z</dcterms:created>
  <dcterms:modified xsi:type="dcterms:W3CDTF">2026-06-14T16:31:22Z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2026-06-14T00:00:00Z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2026-06-14T00:00:00Z</vt:filetime>
  </property>
</Properties>
</file>